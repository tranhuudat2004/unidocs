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89FF64-E4EB-46A9-9A14-6314DDE88108}" type="datetimeFigureOut">
              <a:rPr lang="en-US" smtClean="0"/>
              <a:t>3/24/2026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7C9A6B-A936-4C60-AD77-58E755AA39DF}" type="slidenum">
              <a:rPr lang="en-US" smtClean="0"/>
              <a:t>‹#›</a:t>
            </a:fld>
            <a:endParaRPr lang="en-US"/>
          </a:p>
        </p:txBody>
      </p:sp>
    </p:spTree>
    <p:extLst>
      <p:ext uri="{BB962C8B-B14F-4D97-AF65-F5344CB8AC3E}">
        <p14:creationId xmlns:p14="http://schemas.microsoft.com/office/powerpoint/2010/main" val="184163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B66FB-96F5-4B45-AB6F-7F480E8D5E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E041B2-A997-492F-A113-091B1C92C5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C652EA-6B59-4483-BB98-5CBA0EE678A0}"/>
              </a:ext>
            </a:extLst>
          </p:cNvPr>
          <p:cNvSpPr>
            <a:spLocks noGrp="1"/>
          </p:cNvSpPr>
          <p:nvPr>
            <p:ph type="dt" sz="half" idx="10"/>
          </p:nvPr>
        </p:nvSpPr>
        <p:spPr/>
        <p:txBody>
          <a:bodyPr/>
          <a:lstStyle/>
          <a:p>
            <a:fld id="{B28881F1-6D06-49EA-B929-16EF2A1BE38D}" type="datetime1">
              <a:rPr lang="en-US" smtClean="0"/>
              <a:t>3/24/2026</a:t>
            </a:fld>
            <a:endParaRPr lang="en-US"/>
          </a:p>
        </p:txBody>
      </p:sp>
      <p:sp>
        <p:nvSpPr>
          <p:cNvPr id="5" name="Footer Placeholder 4">
            <a:extLst>
              <a:ext uri="{FF2B5EF4-FFF2-40B4-BE49-F238E27FC236}">
                <a16:creationId xmlns:a16="http://schemas.microsoft.com/office/drawing/2014/main" id="{FE019D1A-B2ED-4502-B4D9-BB22478C49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6C4EAC-57F2-451E-BC86-59F84169692D}"/>
              </a:ext>
            </a:extLst>
          </p:cNvPr>
          <p:cNvSpPr>
            <a:spLocks noGrp="1"/>
          </p:cNvSpPr>
          <p:nvPr>
            <p:ph type="sldNum" sz="quarter" idx="12"/>
          </p:nvPr>
        </p:nvSpPr>
        <p:spPr/>
        <p:txBody>
          <a:bodyPr/>
          <a:lstStyle/>
          <a:p>
            <a:fld id="{9CA15AB1-5F5C-44DD-B925-07AC0698D190}" type="slidenum">
              <a:rPr lang="en-US" smtClean="0"/>
              <a:pPr/>
              <a:t>‹#›</a:t>
            </a:fld>
            <a:r>
              <a:rPr lang="en-US" dirty="0"/>
              <a:t> / 7 </a:t>
            </a:r>
          </a:p>
        </p:txBody>
      </p:sp>
      <p:pic>
        <p:nvPicPr>
          <p:cNvPr id="8" name="Picture 7">
            <a:extLst>
              <a:ext uri="{FF2B5EF4-FFF2-40B4-BE49-F238E27FC236}">
                <a16:creationId xmlns:a16="http://schemas.microsoft.com/office/drawing/2014/main" id="{38B8F6FC-AB46-4C1B-A71B-537BEEE54F0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2440" y="160020"/>
            <a:ext cx="1440180" cy="1440180"/>
          </a:xfrm>
          <a:prstGeom prst="rect">
            <a:avLst/>
          </a:prstGeom>
        </p:spPr>
      </p:pic>
    </p:spTree>
    <p:extLst>
      <p:ext uri="{BB962C8B-B14F-4D97-AF65-F5344CB8AC3E}">
        <p14:creationId xmlns:p14="http://schemas.microsoft.com/office/powerpoint/2010/main" val="1696671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E5051-940A-4056-8374-84B9CF8C72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3DA32B-E7D6-41A1-B884-AC82289AA6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B79479-9FC0-4A00-84D2-24BD0382C8B1}"/>
              </a:ext>
            </a:extLst>
          </p:cNvPr>
          <p:cNvSpPr>
            <a:spLocks noGrp="1"/>
          </p:cNvSpPr>
          <p:nvPr>
            <p:ph type="dt" sz="half" idx="10"/>
          </p:nvPr>
        </p:nvSpPr>
        <p:spPr/>
        <p:txBody>
          <a:bodyPr/>
          <a:lstStyle/>
          <a:p>
            <a:fld id="{94623839-B594-4202-92EB-B31A342A7528}" type="datetime1">
              <a:rPr lang="en-US" smtClean="0"/>
              <a:t>3/24/2026</a:t>
            </a:fld>
            <a:endParaRPr lang="en-US"/>
          </a:p>
        </p:txBody>
      </p:sp>
      <p:sp>
        <p:nvSpPr>
          <p:cNvPr id="5" name="Footer Placeholder 4">
            <a:extLst>
              <a:ext uri="{FF2B5EF4-FFF2-40B4-BE49-F238E27FC236}">
                <a16:creationId xmlns:a16="http://schemas.microsoft.com/office/drawing/2014/main" id="{F80562DB-4095-43E1-87B6-D342713F8E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FFEBB3-82DD-4093-9EB4-C2D7B446E69A}"/>
              </a:ext>
            </a:extLst>
          </p:cNvPr>
          <p:cNvSpPr>
            <a:spLocks noGrp="1"/>
          </p:cNvSpPr>
          <p:nvPr>
            <p:ph type="sldNum" sz="quarter" idx="12"/>
          </p:nvPr>
        </p:nvSpPr>
        <p:spPr/>
        <p:txBody>
          <a:bodyPr/>
          <a:lstStyle/>
          <a:p>
            <a:fld id="{9CA15AB1-5F5C-44DD-B925-07AC0698D190}" type="slidenum">
              <a:rPr lang="en-US" smtClean="0"/>
              <a:t>‹#›</a:t>
            </a:fld>
            <a:endParaRPr lang="en-US"/>
          </a:p>
        </p:txBody>
      </p:sp>
    </p:spTree>
    <p:extLst>
      <p:ext uri="{BB962C8B-B14F-4D97-AF65-F5344CB8AC3E}">
        <p14:creationId xmlns:p14="http://schemas.microsoft.com/office/powerpoint/2010/main" val="3745445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8C983-E1B2-4D46-A059-81A5994D7F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170DD9-96E6-474E-8249-7DE9BD61B2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9D095BE-3295-455E-A67B-D0B4F38784F2}"/>
              </a:ext>
            </a:extLst>
          </p:cNvPr>
          <p:cNvSpPr>
            <a:spLocks noGrp="1"/>
          </p:cNvSpPr>
          <p:nvPr>
            <p:ph type="dt" sz="half" idx="10"/>
          </p:nvPr>
        </p:nvSpPr>
        <p:spPr/>
        <p:txBody>
          <a:bodyPr/>
          <a:lstStyle/>
          <a:p>
            <a:fld id="{7D17F0D0-0F50-4EDD-AEF6-9FDFAB32CF07}" type="datetime1">
              <a:rPr lang="en-US" smtClean="0"/>
              <a:t>3/24/2026</a:t>
            </a:fld>
            <a:endParaRPr lang="en-US"/>
          </a:p>
        </p:txBody>
      </p:sp>
      <p:sp>
        <p:nvSpPr>
          <p:cNvPr id="5" name="Footer Placeholder 4">
            <a:extLst>
              <a:ext uri="{FF2B5EF4-FFF2-40B4-BE49-F238E27FC236}">
                <a16:creationId xmlns:a16="http://schemas.microsoft.com/office/drawing/2014/main" id="{6C730E4B-947A-4155-8D1D-88D17A5135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213825-0805-4E4C-8998-411081B5E456}"/>
              </a:ext>
            </a:extLst>
          </p:cNvPr>
          <p:cNvSpPr>
            <a:spLocks noGrp="1"/>
          </p:cNvSpPr>
          <p:nvPr>
            <p:ph type="sldNum" sz="quarter" idx="12"/>
          </p:nvPr>
        </p:nvSpPr>
        <p:spPr/>
        <p:txBody>
          <a:bodyPr/>
          <a:lstStyle/>
          <a:p>
            <a:fld id="{9CA15AB1-5F5C-44DD-B925-07AC0698D190}" type="slidenum">
              <a:rPr lang="en-US" smtClean="0"/>
              <a:t>‹#›</a:t>
            </a:fld>
            <a:endParaRPr lang="en-US"/>
          </a:p>
        </p:txBody>
      </p:sp>
    </p:spTree>
    <p:extLst>
      <p:ext uri="{BB962C8B-B14F-4D97-AF65-F5344CB8AC3E}">
        <p14:creationId xmlns:p14="http://schemas.microsoft.com/office/powerpoint/2010/main" val="839074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5D6B6-DAD7-4CE1-9E3D-619E27B4D2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D2D028-F97A-44D4-AD8D-3B3A95225CC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A2E74D-AA63-4950-B372-09BB7B1F33C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1ECC03-5A23-4C1B-A58F-8B9B1D1B45BD}"/>
              </a:ext>
            </a:extLst>
          </p:cNvPr>
          <p:cNvSpPr>
            <a:spLocks noGrp="1"/>
          </p:cNvSpPr>
          <p:nvPr>
            <p:ph type="dt" sz="half" idx="10"/>
          </p:nvPr>
        </p:nvSpPr>
        <p:spPr/>
        <p:txBody>
          <a:bodyPr/>
          <a:lstStyle/>
          <a:p>
            <a:fld id="{61745465-5693-4B59-8AFE-FFD9D6323016}" type="datetime1">
              <a:rPr lang="en-US" smtClean="0"/>
              <a:t>3/24/2026</a:t>
            </a:fld>
            <a:endParaRPr lang="en-US"/>
          </a:p>
        </p:txBody>
      </p:sp>
      <p:sp>
        <p:nvSpPr>
          <p:cNvPr id="6" name="Footer Placeholder 5">
            <a:extLst>
              <a:ext uri="{FF2B5EF4-FFF2-40B4-BE49-F238E27FC236}">
                <a16:creationId xmlns:a16="http://schemas.microsoft.com/office/drawing/2014/main" id="{F556FFA8-D211-4C6B-A76C-E167388498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5A8063-1FE0-405E-92F1-55114FEBDA83}"/>
              </a:ext>
            </a:extLst>
          </p:cNvPr>
          <p:cNvSpPr>
            <a:spLocks noGrp="1"/>
          </p:cNvSpPr>
          <p:nvPr>
            <p:ph type="sldNum" sz="quarter" idx="12"/>
          </p:nvPr>
        </p:nvSpPr>
        <p:spPr/>
        <p:txBody>
          <a:bodyPr/>
          <a:lstStyle/>
          <a:p>
            <a:fld id="{9CA15AB1-5F5C-44DD-B925-07AC0698D190}" type="slidenum">
              <a:rPr lang="en-US" smtClean="0"/>
              <a:t>‹#›</a:t>
            </a:fld>
            <a:endParaRPr lang="en-US"/>
          </a:p>
        </p:txBody>
      </p:sp>
    </p:spTree>
    <p:extLst>
      <p:ext uri="{BB962C8B-B14F-4D97-AF65-F5344CB8AC3E}">
        <p14:creationId xmlns:p14="http://schemas.microsoft.com/office/powerpoint/2010/main" val="1928147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6F839-3642-492C-9348-817F54FFAE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2F2C05-E6C7-4691-8A89-FE857F4290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3403ED4-4597-469E-B826-DE3E25F7D16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BA0BB7-50D9-4DD4-9978-D2669607E6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6AE9F4B-AE6F-4469-BBF4-C924FC27F51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2F09B87-3494-44F5-914D-45FEF68F526E}"/>
              </a:ext>
            </a:extLst>
          </p:cNvPr>
          <p:cNvSpPr>
            <a:spLocks noGrp="1"/>
          </p:cNvSpPr>
          <p:nvPr>
            <p:ph type="dt" sz="half" idx="10"/>
          </p:nvPr>
        </p:nvSpPr>
        <p:spPr/>
        <p:txBody>
          <a:bodyPr/>
          <a:lstStyle/>
          <a:p>
            <a:fld id="{3CE3DC29-9A21-40C0-B9D5-57A1D420C4AA}" type="datetime1">
              <a:rPr lang="en-US" smtClean="0"/>
              <a:t>3/24/2026</a:t>
            </a:fld>
            <a:endParaRPr lang="en-US"/>
          </a:p>
        </p:txBody>
      </p:sp>
      <p:sp>
        <p:nvSpPr>
          <p:cNvPr id="8" name="Footer Placeholder 7">
            <a:extLst>
              <a:ext uri="{FF2B5EF4-FFF2-40B4-BE49-F238E27FC236}">
                <a16:creationId xmlns:a16="http://schemas.microsoft.com/office/drawing/2014/main" id="{1118E952-1F37-4358-AAB0-E476BC33C4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A2D400-2883-4933-8CBB-478C8B4EE460}"/>
              </a:ext>
            </a:extLst>
          </p:cNvPr>
          <p:cNvSpPr>
            <a:spLocks noGrp="1"/>
          </p:cNvSpPr>
          <p:nvPr>
            <p:ph type="sldNum" sz="quarter" idx="12"/>
          </p:nvPr>
        </p:nvSpPr>
        <p:spPr/>
        <p:txBody>
          <a:bodyPr/>
          <a:lstStyle/>
          <a:p>
            <a:fld id="{9CA15AB1-5F5C-44DD-B925-07AC0698D190}" type="slidenum">
              <a:rPr lang="en-US" smtClean="0"/>
              <a:t>‹#›</a:t>
            </a:fld>
            <a:endParaRPr lang="en-US"/>
          </a:p>
        </p:txBody>
      </p:sp>
    </p:spTree>
    <p:extLst>
      <p:ext uri="{BB962C8B-B14F-4D97-AF65-F5344CB8AC3E}">
        <p14:creationId xmlns:p14="http://schemas.microsoft.com/office/powerpoint/2010/main" val="4227155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2DBCC-172F-437D-9882-C144453CEF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366959-2ACB-469E-9B7F-E085EAED8D87}"/>
              </a:ext>
            </a:extLst>
          </p:cNvPr>
          <p:cNvSpPr>
            <a:spLocks noGrp="1"/>
          </p:cNvSpPr>
          <p:nvPr>
            <p:ph type="dt" sz="half" idx="10"/>
          </p:nvPr>
        </p:nvSpPr>
        <p:spPr/>
        <p:txBody>
          <a:bodyPr/>
          <a:lstStyle/>
          <a:p>
            <a:fld id="{0FF41DE2-0BD6-4C1D-8C06-0F27D6EA39B6}" type="datetime1">
              <a:rPr lang="en-US" smtClean="0"/>
              <a:t>3/24/2026</a:t>
            </a:fld>
            <a:endParaRPr lang="en-US"/>
          </a:p>
        </p:txBody>
      </p:sp>
      <p:sp>
        <p:nvSpPr>
          <p:cNvPr id="4" name="Footer Placeholder 3">
            <a:extLst>
              <a:ext uri="{FF2B5EF4-FFF2-40B4-BE49-F238E27FC236}">
                <a16:creationId xmlns:a16="http://schemas.microsoft.com/office/drawing/2014/main" id="{79E1B918-560C-4241-A8E9-E8A77C2D91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7378EA-6A6F-405E-8FBE-0A01DF66EE49}"/>
              </a:ext>
            </a:extLst>
          </p:cNvPr>
          <p:cNvSpPr>
            <a:spLocks noGrp="1"/>
          </p:cNvSpPr>
          <p:nvPr>
            <p:ph type="sldNum" sz="quarter" idx="12"/>
          </p:nvPr>
        </p:nvSpPr>
        <p:spPr/>
        <p:txBody>
          <a:bodyPr/>
          <a:lstStyle/>
          <a:p>
            <a:fld id="{9CA15AB1-5F5C-44DD-B925-07AC0698D190}" type="slidenum">
              <a:rPr lang="en-US" smtClean="0"/>
              <a:t>‹#›</a:t>
            </a:fld>
            <a:endParaRPr lang="en-US"/>
          </a:p>
        </p:txBody>
      </p:sp>
    </p:spTree>
    <p:extLst>
      <p:ext uri="{BB962C8B-B14F-4D97-AF65-F5344CB8AC3E}">
        <p14:creationId xmlns:p14="http://schemas.microsoft.com/office/powerpoint/2010/main" val="581975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016C0A-9C34-4555-A3BB-C5900D1005A5}"/>
              </a:ext>
            </a:extLst>
          </p:cNvPr>
          <p:cNvSpPr>
            <a:spLocks noGrp="1"/>
          </p:cNvSpPr>
          <p:nvPr>
            <p:ph type="dt" sz="half" idx="10"/>
          </p:nvPr>
        </p:nvSpPr>
        <p:spPr/>
        <p:txBody>
          <a:bodyPr/>
          <a:lstStyle/>
          <a:p>
            <a:fld id="{8C656EEB-00FD-46F7-9905-C482BA0BAF5F}" type="datetime1">
              <a:rPr lang="en-US" smtClean="0"/>
              <a:t>3/24/2026</a:t>
            </a:fld>
            <a:endParaRPr lang="en-US"/>
          </a:p>
        </p:txBody>
      </p:sp>
      <p:sp>
        <p:nvSpPr>
          <p:cNvPr id="3" name="Footer Placeholder 2">
            <a:extLst>
              <a:ext uri="{FF2B5EF4-FFF2-40B4-BE49-F238E27FC236}">
                <a16:creationId xmlns:a16="http://schemas.microsoft.com/office/drawing/2014/main" id="{A5F92CFA-D201-4453-BA6F-09D40BECEA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73862D-DB3F-4166-9994-D0FFC951C899}"/>
              </a:ext>
            </a:extLst>
          </p:cNvPr>
          <p:cNvSpPr>
            <a:spLocks noGrp="1"/>
          </p:cNvSpPr>
          <p:nvPr>
            <p:ph type="sldNum" sz="quarter" idx="12"/>
          </p:nvPr>
        </p:nvSpPr>
        <p:spPr/>
        <p:txBody>
          <a:bodyPr/>
          <a:lstStyle/>
          <a:p>
            <a:fld id="{9CA15AB1-5F5C-44DD-B925-07AC0698D190}" type="slidenum">
              <a:rPr lang="en-US" smtClean="0"/>
              <a:t>‹#›</a:t>
            </a:fld>
            <a:endParaRPr lang="en-US"/>
          </a:p>
        </p:txBody>
      </p:sp>
    </p:spTree>
    <p:extLst>
      <p:ext uri="{BB962C8B-B14F-4D97-AF65-F5344CB8AC3E}">
        <p14:creationId xmlns:p14="http://schemas.microsoft.com/office/powerpoint/2010/main" val="1734291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18B4C-217E-47D8-9AF2-48E3C59E4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A2B96B-AA3A-456E-8F35-B4CDCB4FC5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4FE3DC-CEAD-46ED-847C-C65B941E49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8935494-3BD3-4FF4-BF27-741C37237859}"/>
              </a:ext>
            </a:extLst>
          </p:cNvPr>
          <p:cNvSpPr>
            <a:spLocks noGrp="1"/>
          </p:cNvSpPr>
          <p:nvPr>
            <p:ph type="dt" sz="half" idx="10"/>
          </p:nvPr>
        </p:nvSpPr>
        <p:spPr/>
        <p:txBody>
          <a:bodyPr/>
          <a:lstStyle/>
          <a:p>
            <a:fld id="{AEAC4A57-9AFA-4BD0-A33E-915628926C85}" type="datetime1">
              <a:rPr lang="en-US" smtClean="0"/>
              <a:t>3/24/2026</a:t>
            </a:fld>
            <a:endParaRPr lang="en-US"/>
          </a:p>
        </p:txBody>
      </p:sp>
      <p:sp>
        <p:nvSpPr>
          <p:cNvPr id="6" name="Footer Placeholder 5">
            <a:extLst>
              <a:ext uri="{FF2B5EF4-FFF2-40B4-BE49-F238E27FC236}">
                <a16:creationId xmlns:a16="http://schemas.microsoft.com/office/drawing/2014/main" id="{643CB7D2-BEA0-487F-B41C-D1483D971A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71FDBD-8538-46FC-B6C3-DF5DC6663545}"/>
              </a:ext>
            </a:extLst>
          </p:cNvPr>
          <p:cNvSpPr>
            <a:spLocks noGrp="1"/>
          </p:cNvSpPr>
          <p:nvPr>
            <p:ph type="sldNum" sz="quarter" idx="12"/>
          </p:nvPr>
        </p:nvSpPr>
        <p:spPr/>
        <p:txBody>
          <a:bodyPr/>
          <a:lstStyle/>
          <a:p>
            <a:fld id="{9CA15AB1-5F5C-44DD-B925-07AC0698D190}" type="slidenum">
              <a:rPr lang="en-US" smtClean="0"/>
              <a:t>‹#›</a:t>
            </a:fld>
            <a:endParaRPr lang="en-US"/>
          </a:p>
        </p:txBody>
      </p:sp>
    </p:spTree>
    <p:extLst>
      <p:ext uri="{BB962C8B-B14F-4D97-AF65-F5344CB8AC3E}">
        <p14:creationId xmlns:p14="http://schemas.microsoft.com/office/powerpoint/2010/main" val="2878796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1CEDC-2726-4B7F-8EF4-13823286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97BC244-BF32-4B27-B3F3-915285EB4D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AFF7E1C-D33F-462B-8A04-E436786B9C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E7AED6A-FFE4-4BE0-9560-952E840B4139}"/>
              </a:ext>
            </a:extLst>
          </p:cNvPr>
          <p:cNvSpPr>
            <a:spLocks noGrp="1"/>
          </p:cNvSpPr>
          <p:nvPr>
            <p:ph type="dt" sz="half" idx="10"/>
          </p:nvPr>
        </p:nvSpPr>
        <p:spPr/>
        <p:txBody>
          <a:bodyPr/>
          <a:lstStyle/>
          <a:p>
            <a:fld id="{277BBD13-CA4E-437A-85AD-5A6F98E335C8}" type="datetime1">
              <a:rPr lang="en-US" smtClean="0"/>
              <a:t>3/24/2026</a:t>
            </a:fld>
            <a:endParaRPr lang="en-US"/>
          </a:p>
        </p:txBody>
      </p:sp>
      <p:sp>
        <p:nvSpPr>
          <p:cNvPr id="6" name="Footer Placeholder 5">
            <a:extLst>
              <a:ext uri="{FF2B5EF4-FFF2-40B4-BE49-F238E27FC236}">
                <a16:creationId xmlns:a16="http://schemas.microsoft.com/office/drawing/2014/main" id="{9CCD7C4F-B86E-42AD-B2A8-5047D0BB50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E65F5A-712E-41AF-B3E5-DF2BA1DE57AB}"/>
              </a:ext>
            </a:extLst>
          </p:cNvPr>
          <p:cNvSpPr>
            <a:spLocks noGrp="1"/>
          </p:cNvSpPr>
          <p:nvPr>
            <p:ph type="sldNum" sz="quarter" idx="12"/>
          </p:nvPr>
        </p:nvSpPr>
        <p:spPr/>
        <p:txBody>
          <a:bodyPr/>
          <a:lstStyle/>
          <a:p>
            <a:fld id="{9CA15AB1-5F5C-44DD-B925-07AC0698D190}" type="slidenum">
              <a:rPr lang="en-US" smtClean="0"/>
              <a:t>‹#›</a:t>
            </a:fld>
            <a:endParaRPr lang="en-US"/>
          </a:p>
        </p:txBody>
      </p:sp>
    </p:spTree>
    <p:extLst>
      <p:ext uri="{BB962C8B-B14F-4D97-AF65-F5344CB8AC3E}">
        <p14:creationId xmlns:p14="http://schemas.microsoft.com/office/powerpoint/2010/main" val="1591482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CB8C0-41B7-42E1-B9B8-75C10C3EC89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254821-54F3-4009-B33B-0B1E16EF238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F2FF30-AE92-4E71-BA12-EAE936B785D2}"/>
              </a:ext>
            </a:extLst>
          </p:cNvPr>
          <p:cNvSpPr>
            <a:spLocks noGrp="1"/>
          </p:cNvSpPr>
          <p:nvPr>
            <p:ph type="dt" sz="half" idx="10"/>
          </p:nvPr>
        </p:nvSpPr>
        <p:spPr/>
        <p:txBody>
          <a:bodyPr/>
          <a:lstStyle/>
          <a:p>
            <a:fld id="{9A4523B5-57CD-40E3-BAF0-743FC16402E1}" type="datetime1">
              <a:rPr lang="en-US" smtClean="0"/>
              <a:t>3/24/2026</a:t>
            </a:fld>
            <a:endParaRPr lang="en-US"/>
          </a:p>
        </p:txBody>
      </p:sp>
      <p:sp>
        <p:nvSpPr>
          <p:cNvPr id="5" name="Footer Placeholder 4">
            <a:extLst>
              <a:ext uri="{FF2B5EF4-FFF2-40B4-BE49-F238E27FC236}">
                <a16:creationId xmlns:a16="http://schemas.microsoft.com/office/drawing/2014/main" id="{15CB41E0-951F-4578-824F-1EF5756D80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0F79D2-BA5B-42D6-A94A-E321152952E5}"/>
              </a:ext>
            </a:extLst>
          </p:cNvPr>
          <p:cNvSpPr>
            <a:spLocks noGrp="1"/>
          </p:cNvSpPr>
          <p:nvPr>
            <p:ph type="sldNum" sz="quarter" idx="12"/>
          </p:nvPr>
        </p:nvSpPr>
        <p:spPr/>
        <p:txBody>
          <a:bodyPr/>
          <a:lstStyle/>
          <a:p>
            <a:fld id="{9CA15AB1-5F5C-44DD-B925-07AC0698D190}" type="slidenum">
              <a:rPr lang="en-US" smtClean="0"/>
              <a:t>‹#›</a:t>
            </a:fld>
            <a:endParaRPr lang="en-US"/>
          </a:p>
        </p:txBody>
      </p:sp>
    </p:spTree>
    <p:extLst>
      <p:ext uri="{BB962C8B-B14F-4D97-AF65-F5344CB8AC3E}">
        <p14:creationId xmlns:p14="http://schemas.microsoft.com/office/powerpoint/2010/main" val="3109838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48867-2134-4C34-944F-113928248D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544DC8-E0CA-4FD3-B111-D111C2C8CFC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DED09B-83AB-46E0-91DD-C7543079F928}"/>
              </a:ext>
            </a:extLst>
          </p:cNvPr>
          <p:cNvSpPr>
            <a:spLocks noGrp="1"/>
          </p:cNvSpPr>
          <p:nvPr>
            <p:ph type="dt" sz="half" idx="10"/>
          </p:nvPr>
        </p:nvSpPr>
        <p:spPr/>
        <p:txBody>
          <a:bodyPr/>
          <a:lstStyle/>
          <a:p>
            <a:fld id="{FE6053FF-5C0F-4FE7-880E-2CD76C629626}" type="datetime1">
              <a:rPr lang="en-US" smtClean="0"/>
              <a:t>3/24/2026</a:t>
            </a:fld>
            <a:endParaRPr lang="en-US"/>
          </a:p>
        </p:txBody>
      </p:sp>
      <p:sp>
        <p:nvSpPr>
          <p:cNvPr id="5" name="Footer Placeholder 4">
            <a:extLst>
              <a:ext uri="{FF2B5EF4-FFF2-40B4-BE49-F238E27FC236}">
                <a16:creationId xmlns:a16="http://schemas.microsoft.com/office/drawing/2014/main" id="{2AAE8430-DF03-4765-9248-FB9DA7EE68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0E27EA-2C8E-4715-9085-C9E7D289BB4B}"/>
              </a:ext>
            </a:extLst>
          </p:cNvPr>
          <p:cNvSpPr>
            <a:spLocks noGrp="1"/>
          </p:cNvSpPr>
          <p:nvPr>
            <p:ph type="sldNum" sz="quarter" idx="12"/>
          </p:nvPr>
        </p:nvSpPr>
        <p:spPr/>
        <p:txBody>
          <a:bodyPr/>
          <a:lstStyle/>
          <a:p>
            <a:fld id="{9CA15AB1-5F5C-44DD-B925-07AC0698D190}" type="slidenum">
              <a:rPr lang="en-US" smtClean="0"/>
              <a:t>‹#›</a:t>
            </a:fld>
            <a:endParaRPr lang="en-US"/>
          </a:p>
        </p:txBody>
      </p:sp>
    </p:spTree>
    <p:extLst>
      <p:ext uri="{BB962C8B-B14F-4D97-AF65-F5344CB8AC3E}">
        <p14:creationId xmlns:p14="http://schemas.microsoft.com/office/powerpoint/2010/main" val="368156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999747-88E8-442E-BD81-3AC92A238D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2670D3-AC91-4691-B56E-84F45C7EBF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2EDFEB-95E8-49DB-8878-A7CFC6EB9E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60BC57-758B-4C59-9F10-86B5BCC7A977}" type="datetime1">
              <a:rPr lang="en-US" smtClean="0"/>
              <a:t>3/24/2026</a:t>
            </a:fld>
            <a:endParaRPr lang="en-US"/>
          </a:p>
        </p:txBody>
      </p:sp>
      <p:sp>
        <p:nvSpPr>
          <p:cNvPr id="5" name="Footer Placeholder 4">
            <a:extLst>
              <a:ext uri="{FF2B5EF4-FFF2-40B4-BE49-F238E27FC236}">
                <a16:creationId xmlns:a16="http://schemas.microsoft.com/office/drawing/2014/main" id="{DB89C52D-B256-49BA-AA6D-7ECD122B85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E825E77-FD78-446D-884E-92B87636C8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A15AB1-5F5C-44DD-B925-07AC0698D190}" type="slidenum">
              <a:rPr lang="en-US" smtClean="0"/>
              <a:t>‹#›</a:t>
            </a:fld>
            <a:endParaRPr lang="en-US"/>
          </a:p>
        </p:txBody>
      </p:sp>
    </p:spTree>
    <p:extLst>
      <p:ext uri="{BB962C8B-B14F-4D97-AF65-F5344CB8AC3E}">
        <p14:creationId xmlns:p14="http://schemas.microsoft.com/office/powerpoint/2010/main" val="27125726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C4D8AA8-84ED-428B-AB21-464E56CDA3CD}"/>
              </a:ext>
            </a:extLst>
          </p:cNvPr>
          <p:cNvSpPr>
            <a:spLocks noChangeArrowheads="1"/>
          </p:cNvSpPr>
          <p:nvPr/>
        </p:nvSpPr>
        <p:spPr bwMode="auto">
          <a:xfrm>
            <a:off x="2922969" y="519312"/>
            <a:ext cx="614530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vi-VN" altLang="en-US" sz="1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VIETNAM GENERAL CONFEDERATION OF LABOUR</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vi-VN" altLang="en-US" sz="14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TON DUC THANG UNIVERSITY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vi-VN" altLang="en-US" sz="14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FACULTY OF INFORMATION TECHNOLOGY</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5" name="image6.png">
            <a:extLst>
              <a:ext uri="{FF2B5EF4-FFF2-40B4-BE49-F238E27FC236}">
                <a16:creationId xmlns:a16="http://schemas.microsoft.com/office/drawing/2014/main" id="{BF27BB6F-1864-492A-9EA9-D6B3D3F359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4756" y="1564710"/>
            <a:ext cx="1485900" cy="7715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1513CD3-CC9D-436E-9D49-23462C32BFFF}"/>
              </a:ext>
            </a:extLst>
          </p:cNvPr>
          <p:cNvSpPr txBox="1"/>
          <p:nvPr/>
        </p:nvSpPr>
        <p:spPr>
          <a:xfrm>
            <a:off x="3734787" y="2806744"/>
            <a:ext cx="4225837" cy="830997"/>
          </a:xfrm>
          <a:prstGeom prst="rect">
            <a:avLst/>
          </a:prstGeom>
          <a:noFill/>
        </p:spPr>
        <p:txBody>
          <a:bodyPr wrap="none" rtlCol="0">
            <a:spAutoFit/>
          </a:bodyPr>
          <a:lstStyle/>
          <a:p>
            <a:pPr lvl="0" algn="ctr" eaLnBrk="0" fontAlgn="base" hangingPunct="0">
              <a:spcBef>
                <a:spcPct val="0"/>
              </a:spcBef>
              <a:spcAft>
                <a:spcPct val="0"/>
              </a:spcAft>
            </a:pPr>
            <a:r>
              <a:rPr lang="vi-VN" altLang="en-US" sz="1200" b="1" dirty="0">
                <a:ea typeface="Times New Roman" panose="02020603050405020304" pitchFamily="18" charset="0"/>
              </a:rPr>
              <a:t>TRAN HUU DAT – 522H0081</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lvl="0" algn="ctr" eaLnBrk="0" fontAlgn="base" hangingPunct="0">
              <a:spcBef>
                <a:spcPct val="0"/>
              </a:spcBef>
              <a:spcAft>
                <a:spcPct val="0"/>
              </a:spcAft>
            </a:pPr>
            <a:r>
              <a:rPr lang="en-US" altLang="en-US" b="1" dirty="0" err="1">
                <a:latin typeface="Arial" panose="020B0604020202020204" pitchFamily="34" charset="0"/>
                <a:ea typeface="Times New Roman" panose="02020603050405020304" pitchFamily="18" charset="0"/>
              </a:rPr>
              <a:t>Thử</a:t>
            </a:r>
            <a:r>
              <a:rPr lang="en-US" altLang="en-US" b="1" dirty="0">
                <a:latin typeface="Arial" panose="020B0604020202020204" pitchFamily="34" charset="0"/>
                <a:ea typeface="Times New Roman" panose="02020603050405020304" pitchFamily="18" charset="0"/>
              </a:rPr>
              <a:t> </a:t>
            </a:r>
            <a:r>
              <a:rPr lang="en-US" altLang="en-US" b="1" dirty="0" err="1">
                <a:latin typeface="Arial" panose="020B0604020202020204" pitchFamily="34" charset="0"/>
                <a:ea typeface="Times New Roman" panose="02020603050405020304" pitchFamily="18" charset="0"/>
              </a:rPr>
              <a:t>nghiệm</a:t>
            </a:r>
            <a:r>
              <a:rPr lang="en-US" altLang="en-US" b="1" dirty="0">
                <a:latin typeface="Arial" panose="020B0604020202020204" pitchFamily="34" charset="0"/>
                <a:ea typeface="Times New Roman" panose="02020603050405020304" pitchFamily="18" charset="0"/>
              </a:rPr>
              <a:t> chia Header </a:t>
            </a:r>
            <a:r>
              <a:rPr lang="en-US" altLang="en-US" b="1" dirty="0" err="1">
                <a:latin typeface="Arial" panose="020B0604020202020204" pitchFamily="34" charset="0"/>
                <a:ea typeface="Times New Roman" panose="02020603050405020304" pitchFamily="18" charset="0"/>
              </a:rPr>
              <a:t>và</a:t>
            </a:r>
            <a:r>
              <a:rPr lang="en-US" altLang="en-US" b="1" dirty="0">
                <a:latin typeface="Arial" panose="020B0604020202020204" pitchFamily="34" charset="0"/>
                <a:ea typeface="Times New Roman" panose="02020603050405020304" pitchFamily="18" charset="0"/>
              </a:rPr>
              <a:t> Footer</a:t>
            </a:r>
            <a:endParaRPr kumimoji="0" lang="en-US" altLang="en-US" sz="1600" b="0" i="0" u="none" strike="noStrike" cap="none" normalizeH="0" baseline="0" dirty="0">
              <a:ln>
                <a:noFill/>
              </a:ln>
              <a:solidFill>
                <a:schemeClr val="tx1"/>
              </a:solidFill>
              <a:effectLst/>
              <a:latin typeface="Arial" panose="020B0604020202020204" pitchFamily="34" charset="0"/>
            </a:endParaRPr>
          </a:p>
          <a:p>
            <a:endParaRPr lang="en-US" dirty="0"/>
          </a:p>
        </p:txBody>
      </p:sp>
      <p:sp>
        <p:nvSpPr>
          <p:cNvPr id="8" name="Date Placeholder 7">
            <a:extLst>
              <a:ext uri="{FF2B5EF4-FFF2-40B4-BE49-F238E27FC236}">
                <a16:creationId xmlns:a16="http://schemas.microsoft.com/office/drawing/2014/main" id="{CE6615CD-E5B9-445E-B29F-15B89C0082F5}"/>
              </a:ext>
            </a:extLst>
          </p:cNvPr>
          <p:cNvSpPr>
            <a:spLocks noGrp="1"/>
          </p:cNvSpPr>
          <p:nvPr>
            <p:ph type="dt" sz="half" idx="10"/>
          </p:nvPr>
        </p:nvSpPr>
        <p:spPr/>
        <p:txBody>
          <a:bodyPr/>
          <a:lstStyle/>
          <a:p>
            <a:fld id="{883EAD5B-C821-42C7-86E2-25B8705CF40B}" type="datetime1">
              <a:rPr lang="en-US" smtClean="0"/>
              <a:t>3/24/2026</a:t>
            </a:fld>
            <a:endParaRPr lang="en-US"/>
          </a:p>
        </p:txBody>
      </p:sp>
      <p:sp>
        <p:nvSpPr>
          <p:cNvPr id="9" name="Slide Number Placeholder 8">
            <a:extLst>
              <a:ext uri="{FF2B5EF4-FFF2-40B4-BE49-F238E27FC236}">
                <a16:creationId xmlns:a16="http://schemas.microsoft.com/office/drawing/2014/main" id="{EB4380A8-81F8-4CA2-AF25-41B6F642B2AF}"/>
              </a:ext>
            </a:extLst>
          </p:cNvPr>
          <p:cNvSpPr>
            <a:spLocks noGrp="1"/>
          </p:cNvSpPr>
          <p:nvPr>
            <p:ph type="sldNum" sz="quarter" idx="12"/>
          </p:nvPr>
        </p:nvSpPr>
        <p:spPr/>
        <p:txBody>
          <a:bodyPr/>
          <a:lstStyle/>
          <a:p>
            <a:fld id="{9CA15AB1-5F5C-44DD-B925-07AC0698D190}" type="slidenum">
              <a:rPr lang="en-US" smtClean="0"/>
              <a:pPr/>
              <a:t>1</a:t>
            </a:fld>
            <a:r>
              <a:rPr lang="en-US"/>
              <a:t> / 7 </a:t>
            </a:r>
            <a:endParaRPr lang="en-US" dirty="0"/>
          </a:p>
        </p:txBody>
      </p:sp>
      <p:sp>
        <p:nvSpPr>
          <p:cNvPr id="10" name="Rectangle 9">
            <a:extLst>
              <a:ext uri="{FF2B5EF4-FFF2-40B4-BE49-F238E27FC236}">
                <a16:creationId xmlns:a16="http://schemas.microsoft.com/office/drawing/2014/main" id="{3432182D-1A3C-4DAC-957E-00F105B3E9A3}"/>
              </a:ext>
            </a:extLst>
          </p:cNvPr>
          <p:cNvSpPr/>
          <p:nvPr/>
        </p:nvSpPr>
        <p:spPr>
          <a:xfrm>
            <a:off x="2646318" y="3500427"/>
            <a:ext cx="6096000" cy="2367315"/>
          </a:xfrm>
          <a:prstGeom prst="rect">
            <a:avLst/>
          </a:prstGeom>
        </p:spPr>
        <p:txBody>
          <a:bodyPr>
            <a:spAutoFit/>
          </a:bodyPr>
          <a:lstStyle/>
          <a:p>
            <a:pPr algn="ctr">
              <a:lnSpc>
                <a:spcPct val="150000"/>
              </a:lnSpc>
            </a:pPr>
            <a:r>
              <a:rPr lang="en-US" sz="3200" b="1" dirty="0" err="1">
                <a:effectLst/>
                <a:latin typeface="Times New Roman" panose="02020603050405020304" pitchFamily="18" charset="0"/>
                <a:ea typeface="Times New Roman" panose="02020603050405020304" pitchFamily="18" charset="0"/>
              </a:rPr>
              <a:t>Kĩ</a:t>
            </a:r>
            <a:r>
              <a:rPr lang="en-US" sz="3200" b="1" dirty="0">
                <a:effectLst/>
                <a:latin typeface="Times New Roman" panose="02020603050405020304" pitchFamily="18" charset="0"/>
                <a:ea typeface="Times New Roman" panose="02020603050405020304" pitchFamily="18" charset="0"/>
              </a:rPr>
              <a:t> </a:t>
            </a:r>
            <a:r>
              <a:rPr lang="en-US" sz="3200" b="1" dirty="0" err="1">
                <a:effectLst/>
                <a:latin typeface="Times New Roman" panose="02020603050405020304" pitchFamily="18" charset="0"/>
                <a:ea typeface="Times New Roman" panose="02020603050405020304" pitchFamily="18" charset="0"/>
              </a:rPr>
              <a:t>năng</a:t>
            </a:r>
            <a:r>
              <a:rPr lang="en-US" sz="3200" b="1" dirty="0">
                <a:effectLst/>
                <a:latin typeface="Times New Roman" panose="02020603050405020304" pitchFamily="18" charset="0"/>
                <a:ea typeface="Times New Roman" panose="02020603050405020304" pitchFamily="18" charset="0"/>
              </a:rPr>
              <a:t> </a:t>
            </a:r>
            <a:r>
              <a:rPr lang="en-US" sz="3200" b="1" dirty="0" err="1">
                <a:effectLst/>
                <a:latin typeface="Times New Roman" panose="02020603050405020304" pitchFamily="18" charset="0"/>
                <a:ea typeface="Times New Roman" panose="02020603050405020304" pitchFamily="18" charset="0"/>
              </a:rPr>
              <a:t>thực</a:t>
            </a:r>
            <a:r>
              <a:rPr lang="en-US" sz="3200" b="1" dirty="0">
                <a:effectLst/>
                <a:latin typeface="Times New Roman" panose="02020603050405020304" pitchFamily="18" charset="0"/>
                <a:ea typeface="Times New Roman" panose="02020603050405020304" pitchFamily="18" charset="0"/>
              </a:rPr>
              <a:t> </a:t>
            </a:r>
            <a:r>
              <a:rPr lang="en-US" sz="3200" b="1" dirty="0" err="1">
                <a:effectLst/>
                <a:latin typeface="Times New Roman" panose="02020603050405020304" pitchFamily="18" charset="0"/>
                <a:ea typeface="Times New Roman" panose="02020603050405020304" pitchFamily="18" charset="0"/>
              </a:rPr>
              <a:t>hành</a:t>
            </a:r>
            <a:r>
              <a:rPr lang="en-US" sz="3200" b="1" dirty="0">
                <a:effectLst/>
                <a:latin typeface="Times New Roman" panose="02020603050405020304" pitchFamily="18" charset="0"/>
                <a:ea typeface="Times New Roman" panose="02020603050405020304" pitchFamily="18" charset="0"/>
              </a:rPr>
              <a:t> </a:t>
            </a:r>
            <a:r>
              <a:rPr lang="en-US" sz="3200" b="1" dirty="0" err="1">
                <a:effectLst/>
                <a:latin typeface="Times New Roman" panose="02020603050405020304" pitchFamily="18" charset="0"/>
                <a:ea typeface="Times New Roman" panose="02020603050405020304" pitchFamily="18" charset="0"/>
              </a:rPr>
              <a:t>chuyên</a:t>
            </a:r>
            <a:r>
              <a:rPr lang="en-US" sz="3200" b="1" dirty="0">
                <a:effectLst/>
                <a:latin typeface="Times New Roman" panose="02020603050405020304" pitchFamily="18" charset="0"/>
                <a:ea typeface="Times New Roman" panose="02020603050405020304" pitchFamily="18" charset="0"/>
              </a:rPr>
              <a:t> </a:t>
            </a:r>
            <a:r>
              <a:rPr lang="en-US" sz="3200" b="1" dirty="0" err="1">
                <a:effectLst/>
                <a:latin typeface="Times New Roman" panose="02020603050405020304" pitchFamily="18" charset="0"/>
                <a:ea typeface="Times New Roman" panose="02020603050405020304" pitchFamily="18" charset="0"/>
              </a:rPr>
              <a:t>môn</a:t>
            </a:r>
            <a:endParaRPr lang="en-US" sz="1400" dirty="0">
              <a:effectLst/>
              <a:latin typeface="Times New Roman" panose="02020603050405020304" pitchFamily="18" charset="0"/>
              <a:ea typeface="Times New Roman" panose="02020603050405020304" pitchFamily="18" charset="0"/>
            </a:endParaRPr>
          </a:p>
          <a:p>
            <a:pPr algn="ctr"/>
            <a:r>
              <a:rPr lang="vi-VN" dirty="0">
                <a:latin typeface="Times New Roman" panose="02020603050405020304" pitchFamily="18" charset="0"/>
                <a:ea typeface="Times New Roman" panose="02020603050405020304" pitchFamily="18" charset="0"/>
              </a:rPr>
              <a:t>Advised by  </a:t>
            </a:r>
            <a:endParaRPr lang="en-US" sz="1400" dirty="0">
              <a:effectLst/>
              <a:latin typeface="Times New Roman" panose="02020603050405020304" pitchFamily="18" charset="0"/>
              <a:ea typeface="Times New Roman" panose="02020603050405020304" pitchFamily="18" charset="0"/>
            </a:endParaRPr>
          </a:p>
          <a:p>
            <a:pPr algn="ctr">
              <a:lnSpc>
                <a:spcPct val="150000"/>
              </a:lnSpc>
            </a:pPr>
            <a:r>
              <a:rPr lang="en-US" b="1" dirty="0">
                <a:latin typeface="Times New Roman" panose="02020603050405020304" pitchFamily="18" charset="0"/>
                <a:ea typeface="Times New Roman" panose="02020603050405020304" pitchFamily="18" charset="0"/>
              </a:rPr>
              <a:t>Myself</a:t>
            </a:r>
            <a:endParaRPr lang="en-US" sz="1400" dirty="0">
              <a:effectLst/>
              <a:latin typeface="Times New Roman" panose="02020603050405020304" pitchFamily="18" charset="0"/>
              <a:ea typeface="Times New Roman" panose="02020603050405020304" pitchFamily="18" charset="0"/>
            </a:endParaRPr>
          </a:p>
          <a:p>
            <a:r>
              <a:rPr lang="vi-VN" dirty="0">
                <a:latin typeface="Times New Roman" panose="02020603050405020304" pitchFamily="18" charset="0"/>
                <a:ea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endParaRPr>
          </a:p>
          <a:p>
            <a:r>
              <a:rPr lang="vi-VN" dirty="0">
                <a:latin typeface="Times New Roman" panose="02020603050405020304" pitchFamily="18" charset="0"/>
                <a:ea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endParaRPr>
          </a:p>
          <a:p>
            <a:pPr algn="ctr">
              <a:spcBef>
                <a:spcPts val="50"/>
              </a:spcBef>
            </a:pPr>
            <a:r>
              <a:rPr lang="vi-VN" b="1" dirty="0">
                <a:latin typeface="Times New Roman" panose="02020603050405020304" pitchFamily="18" charset="0"/>
                <a:ea typeface="Times New Roman" panose="02020603050405020304" pitchFamily="18" charset="0"/>
              </a:rPr>
              <a:t>HO CHI MINH CITY, YEAR 2026</a:t>
            </a:r>
            <a:endParaRPr lang="en-US"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98117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D5D5AE-7C9A-4ACF-AA3E-07717B801B80}"/>
              </a:ext>
            </a:extLst>
          </p:cNvPr>
          <p:cNvSpPr>
            <a:spLocks noGrp="1"/>
          </p:cNvSpPr>
          <p:nvPr>
            <p:ph type="dt" sz="half" idx="10"/>
          </p:nvPr>
        </p:nvSpPr>
        <p:spPr/>
        <p:txBody>
          <a:bodyPr/>
          <a:lstStyle/>
          <a:p>
            <a:fld id="{857D9D9C-437F-4244-A45B-F0440175CEE5}" type="datetime1">
              <a:rPr lang="en-US" smtClean="0"/>
              <a:t>3/24/2026</a:t>
            </a:fld>
            <a:endParaRPr lang="en-US"/>
          </a:p>
        </p:txBody>
      </p:sp>
      <p:sp>
        <p:nvSpPr>
          <p:cNvPr id="3" name="Slide Number Placeholder 2">
            <a:extLst>
              <a:ext uri="{FF2B5EF4-FFF2-40B4-BE49-F238E27FC236}">
                <a16:creationId xmlns:a16="http://schemas.microsoft.com/office/drawing/2014/main" id="{84660BDF-BF3A-4403-8FEC-2E0470DFC041}"/>
              </a:ext>
            </a:extLst>
          </p:cNvPr>
          <p:cNvSpPr>
            <a:spLocks noGrp="1"/>
          </p:cNvSpPr>
          <p:nvPr>
            <p:ph type="sldNum" sz="quarter" idx="12"/>
          </p:nvPr>
        </p:nvSpPr>
        <p:spPr/>
        <p:txBody>
          <a:bodyPr/>
          <a:lstStyle/>
          <a:p>
            <a:fld id="{9CA15AB1-5F5C-44DD-B925-07AC0698D190}" type="slidenum">
              <a:rPr lang="en-US" smtClean="0"/>
              <a:pPr/>
              <a:t>2</a:t>
            </a:fld>
            <a:r>
              <a:rPr lang="en-US"/>
              <a:t> / 7 </a:t>
            </a:r>
            <a:endParaRPr lang="en-US" dirty="0"/>
          </a:p>
        </p:txBody>
      </p:sp>
      <p:sp>
        <p:nvSpPr>
          <p:cNvPr id="5" name="Rectangle 4">
            <a:extLst>
              <a:ext uri="{FF2B5EF4-FFF2-40B4-BE49-F238E27FC236}">
                <a16:creationId xmlns:a16="http://schemas.microsoft.com/office/drawing/2014/main" id="{06CFBDD0-7D94-4C6C-AAB9-67D1B885FCF1}"/>
              </a:ext>
            </a:extLst>
          </p:cNvPr>
          <p:cNvSpPr/>
          <p:nvPr/>
        </p:nvSpPr>
        <p:spPr>
          <a:xfrm>
            <a:off x="611841" y="814694"/>
            <a:ext cx="10968318" cy="5228611"/>
          </a:xfrm>
          <a:prstGeom prst="rect">
            <a:avLst/>
          </a:prstGeom>
        </p:spPr>
        <p:txBody>
          <a:bodyPr wrap="square">
            <a:spAutoFit/>
          </a:bodyPr>
          <a:lstStyle/>
          <a:p>
            <a:pPr algn="ctr"/>
            <a:r>
              <a:rPr lang="vi-VN" sz="2000" b="1" dirty="0">
                <a:effectLst/>
                <a:latin typeface="Times New Roman" panose="02020603050405020304" pitchFamily="18" charset="0"/>
                <a:ea typeface="Times New Roman" panose="02020603050405020304" pitchFamily="18" charset="0"/>
              </a:rPr>
              <a:t>ACKNOWLEDGMENT</a:t>
            </a:r>
            <a:endParaRPr lang="en-US" sz="1400" dirty="0">
              <a:effectLst/>
              <a:latin typeface="Times New Roman" panose="02020603050405020304" pitchFamily="18" charset="0"/>
              <a:ea typeface="Times New Roman" panose="02020603050405020304" pitchFamily="18" charset="0"/>
            </a:endParaRPr>
          </a:p>
          <a:p>
            <a:pPr algn="ctr"/>
            <a:r>
              <a:rPr lang="vi-VN" sz="2000" dirty="0">
                <a:effectLst/>
                <a:latin typeface="Times New Roman" panose="02020603050405020304" pitchFamily="18" charset="0"/>
                <a:ea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endParaRPr>
          </a:p>
          <a:p>
            <a:pPr indent="457200" algn="just">
              <a:lnSpc>
                <a:spcPct val="150000"/>
              </a:lnSpc>
              <a:tabLst>
                <a:tab pos="0" algn="l"/>
                <a:tab pos="5760720" algn="l"/>
              </a:tabLst>
            </a:pPr>
            <a:r>
              <a:rPr lang="vi-VN" dirty="0">
                <a:latin typeface="Times New Roman" panose="02020603050405020304" pitchFamily="18" charset="0"/>
                <a:ea typeface="Times New Roman" panose="02020603050405020304" pitchFamily="18" charset="0"/>
              </a:rPr>
              <a:t>We sincerely thank Ton Duc Thang University – the place that has equipped us with valuable knowledge, essential skills, and an excellent learning environment throughout our academic journey.</a:t>
            </a:r>
            <a:endParaRPr lang="en-US" sz="1400" dirty="0">
              <a:effectLst/>
              <a:latin typeface="Times New Roman" panose="02020603050405020304" pitchFamily="18" charset="0"/>
              <a:ea typeface="Times New Roman" panose="02020603050405020304" pitchFamily="18" charset="0"/>
            </a:endParaRPr>
          </a:p>
          <a:p>
            <a:pPr indent="457200" algn="just">
              <a:lnSpc>
                <a:spcPct val="150000"/>
              </a:lnSpc>
              <a:tabLst>
                <a:tab pos="0" algn="l"/>
                <a:tab pos="5760720" algn="l"/>
              </a:tabLst>
            </a:pPr>
            <a:r>
              <a:rPr lang="vi-VN" dirty="0">
                <a:latin typeface="Times New Roman" panose="02020603050405020304" pitchFamily="18" charset="0"/>
                <a:ea typeface="Times New Roman" panose="02020603050405020304" pitchFamily="18" charset="0"/>
              </a:rPr>
              <a:t>We would like to express our special gratitude to Nguyen Van A, who has dedicatedly guided, supported, and encouraged us during the entire process of conducting this project. His companionship, expertise, and invaluable feedback have been a great motivation for us to complete this work effectively.</a:t>
            </a:r>
            <a:endParaRPr lang="en-US" sz="1400" dirty="0">
              <a:effectLst/>
              <a:latin typeface="Times New Roman" panose="02020603050405020304" pitchFamily="18" charset="0"/>
              <a:ea typeface="Times New Roman" panose="02020603050405020304" pitchFamily="18" charset="0"/>
            </a:endParaRPr>
          </a:p>
          <a:p>
            <a:pPr indent="457200" algn="just">
              <a:lnSpc>
                <a:spcPct val="150000"/>
              </a:lnSpc>
              <a:tabLst>
                <a:tab pos="0" algn="l"/>
                <a:tab pos="5760720" algn="l"/>
              </a:tabLst>
            </a:pPr>
            <a:r>
              <a:rPr lang="vi-VN" dirty="0">
                <a:latin typeface="Times New Roman" panose="02020603050405020304" pitchFamily="18" charset="0"/>
                <a:ea typeface="Times New Roman" panose="02020603050405020304" pitchFamily="18" charset="0"/>
              </a:rPr>
              <a:t>We also wish to thank the Board of Rectors of Ton Duc Thang University and all departments for creating favorable conditions for us to carry out this project. Our sincere gratitude also goes to all the lecturers of the Faculty of Information Technology, who have imparted not only professional knowledge but also valuable lessons throughout our studies.</a:t>
            </a:r>
            <a:endParaRPr lang="en-US" sz="1400" dirty="0">
              <a:effectLst/>
              <a:latin typeface="Times New Roman" panose="02020603050405020304" pitchFamily="18" charset="0"/>
              <a:ea typeface="Times New Roman" panose="02020603050405020304" pitchFamily="18" charset="0"/>
            </a:endParaRPr>
          </a:p>
          <a:p>
            <a:pPr indent="457200" algn="just">
              <a:lnSpc>
                <a:spcPct val="150000"/>
              </a:lnSpc>
              <a:tabLst>
                <a:tab pos="0" algn="l"/>
                <a:tab pos="5760720" algn="l"/>
              </a:tabLst>
            </a:pPr>
            <a:r>
              <a:rPr lang="vi-VN" dirty="0">
                <a:latin typeface="Times New Roman" panose="02020603050405020304" pitchFamily="18" charset="0"/>
                <a:ea typeface="Times New Roman" panose="02020603050405020304" pitchFamily="18" charset="0"/>
              </a:rPr>
              <a:t>Finally, we are deeply grateful to our families, friends, and all those who have always supported, cared for, and encouraged us, providing the best conditions for our learning journey and the completion of this project.</a:t>
            </a:r>
            <a:endParaRPr lang="en-US"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378185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07521E-78A5-4507-9DB6-7F6841FD6718}"/>
              </a:ext>
            </a:extLst>
          </p:cNvPr>
          <p:cNvSpPr>
            <a:spLocks noGrp="1"/>
          </p:cNvSpPr>
          <p:nvPr>
            <p:ph type="dt" sz="half" idx="10"/>
          </p:nvPr>
        </p:nvSpPr>
        <p:spPr/>
        <p:txBody>
          <a:bodyPr/>
          <a:lstStyle/>
          <a:p>
            <a:fld id="{EFCAC82F-03D9-4E68-8705-CFEA8FDCE35E}" type="datetime1">
              <a:rPr lang="en-US" smtClean="0"/>
              <a:t>3/24/2026</a:t>
            </a:fld>
            <a:endParaRPr lang="en-US"/>
          </a:p>
        </p:txBody>
      </p:sp>
      <p:sp>
        <p:nvSpPr>
          <p:cNvPr id="3" name="Slide Number Placeholder 2">
            <a:extLst>
              <a:ext uri="{FF2B5EF4-FFF2-40B4-BE49-F238E27FC236}">
                <a16:creationId xmlns:a16="http://schemas.microsoft.com/office/drawing/2014/main" id="{2B242962-0E3B-4C2F-9976-16389F0DDD4A}"/>
              </a:ext>
            </a:extLst>
          </p:cNvPr>
          <p:cNvSpPr>
            <a:spLocks noGrp="1"/>
          </p:cNvSpPr>
          <p:nvPr>
            <p:ph type="sldNum" sz="quarter" idx="12"/>
          </p:nvPr>
        </p:nvSpPr>
        <p:spPr/>
        <p:txBody>
          <a:bodyPr/>
          <a:lstStyle/>
          <a:p>
            <a:fld id="{9CA15AB1-5F5C-44DD-B925-07AC0698D190}" type="slidenum">
              <a:rPr lang="en-US" smtClean="0"/>
              <a:pPr/>
              <a:t>3</a:t>
            </a:fld>
            <a:r>
              <a:rPr lang="en-US"/>
              <a:t> / 7 </a:t>
            </a:r>
            <a:endParaRPr lang="en-US" dirty="0"/>
          </a:p>
        </p:txBody>
      </p:sp>
      <p:sp>
        <p:nvSpPr>
          <p:cNvPr id="4" name="Rectangle 3">
            <a:extLst>
              <a:ext uri="{FF2B5EF4-FFF2-40B4-BE49-F238E27FC236}">
                <a16:creationId xmlns:a16="http://schemas.microsoft.com/office/drawing/2014/main" id="{DC9451B8-2677-4A3D-B7F9-2D2D2DF24960}"/>
              </a:ext>
            </a:extLst>
          </p:cNvPr>
          <p:cNvSpPr/>
          <p:nvPr/>
        </p:nvSpPr>
        <p:spPr>
          <a:xfrm>
            <a:off x="280147" y="961514"/>
            <a:ext cx="11631706" cy="5896486"/>
          </a:xfrm>
          <a:prstGeom prst="rect">
            <a:avLst/>
          </a:prstGeom>
        </p:spPr>
        <p:txBody>
          <a:bodyPr wrap="square">
            <a:spAutoFit/>
          </a:bodyPr>
          <a:lstStyle/>
          <a:p>
            <a:pPr marL="228600" marR="230505" algn="just">
              <a:lnSpc>
                <a:spcPct val="150000"/>
              </a:lnSpc>
              <a:spcBef>
                <a:spcPts val="0"/>
              </a:spcBef>
              <a:spcAft>
                <a:spcPts val="0"/>
              </a:spcAft>
            </a:pPr>
            <a:r>
              <a:rPr lang="en-US" sz="1600"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Một công ty vận chuyển hàng hóa cần quản lý thông tin khách hàng và hàng hóa cần vận chuyển. Để tiện cho việc quản lý, công ty cần lưu trữ thông tin khách hàng gồm: </a:t>
            </a:r>
            <a:r>
              <a:rPr lang="vi-VN" sz="1600" b="1" dirty="0">
                <a:effectLst/>
                <a:latin typeface="Times New Roman" panose="02020603050405020304" pitchFamily="18" charset="0"/>
                <a:ea typeface="Times New Roman" panose="02020603050405020304" pitchFamily="18" charset="0"/>
              </a:rPr>
              <a:t>họ tên, số điện thoại, địa chỉ</a:t>
            </a:r>
            <a:r>
              <a:rPr lang="vi-VN" sz="1600" dirty="0">
                <a:effectLst/>
                <a:latin typeface="Times New Roman" panose="02020603050405020304" pitchFamily="18" charset="0"/>
                <a:ea typeface="Times New Roman" panose="02020603050405020304" pitchFamily="18" charset="0"/>
              </a:rPr>
              <a:t>. Với hàng hóa, công ty cần lưu trữ các thông tin chung như: </a:t>
            </a:r>
            <a:r>
              <a:rPr lang="vi-VN" sz="1600" b="1" dirty="0">
                <a:effectLst/>
                <a:latin typeface="Times New Roman" panose="02020603050405020304" pitchFamily="18" charset="0"/>
                <a:ea typeface="Times New Roman" panose="02020603050405020304" pitchFamily="18" charset="0"/>
              </a:rPr>
              <a:t>họ tên người nhận, địa chỉ nhận hàng, số điện thoại người nhận, ngày tiếp nhận</a:t>
            </a:r>
            <a:r>
              <a:rPr lang="vi-VN" sz="1600" b="1" spc="-20" dirty="0">
                <a:effectLst/>
                <a:latin typeface="Times New Roman" panose="02020603050405020304" pitchFamily="18" charset="0"/>
                <a:ea typeface="Times New Roman" panose="02020603050405020304" pitchFamily="18" charset="0"/>
              </a:rPr>
              <a:t> </a:t>
            </a:r>
            <a:r>
              <a:rPr lang="vi-VN" sz="1600" b="1" dirty="0">
                <a:effectLst/>
                <a:latin typeface="Times New Roman" panose="02020603050405020304" pitchFamily="18" charset="0"/>
                <a:ea typeface="Times New Roman" panose="02020603050405020304" pitchFamily="18" charset="0"/>
              </a:rPr>
              <a:t>hàng,</a:t>
            </a:r>
            <a:r>
              <a:rPr lang="vi-VN" sz="1600" b="1" spc="-20" dirty="0">
                <a:effectLst/>
                <a:latin typeface="Times New Roman" panose="02020603050405020304" pitchFamily="18" charset="0"/>
                <a:ea typeface="Times New Roman" panose="02020603050405020304" pitchFamily="18" charset="0"/>
              </a:rPr>
              <a:t> </a:t>
            </a:r>
            <a:r>
              <a:rPr lang="vi-VN" sz="1600" b="1" dirty="0">
                <a:effectLst/>
                <a:latin typeface="Times New Roman" panose="02020603050405020304" pitchFamily="18" charset="0"/>
                <a:ea typeface="Times New Roman" panose="02020603050405020304" pitchFamily="18" charset="0"/>
              </a:rPr>
              <a:t>trọng</a:t>
            </a:r>
            <a:r>
              <a:rPr lang="vi-VN" sz="1600" b="1" spc="-30" dirty="0">
                <a:effectLst/>
                <a:latin typeface="Times New Roman" panose="02020603050405020304" pitchFamily="18" charset="0"/>
                <a:ea typeface="Times New Roman" panose="02020603050405020304" pitchFamily="18" charset="0"/>
              </a:rPr>
              <a:t> </a:t>
            </a:r>
            <a:r>
              <a:rPr lang="vi-VN" sz="1600" b="1" dirty="0">
                <a:effectLst/>
                <a:latin typeface="Times New Roman" panose="02020603050405020304" pitchFamily="18" charset="0"/>
                <a:ea typeface="Times New Roman" panose="02020603050405020304" pitchFamily="18" charset="0"/>
              </a:rPr>
              <a:t>lượng</a:t>
            </a:r>
            <a:r>
              <a:rPr lang="vi-VN" sz="1600" b="1" spc="-30" dirty="0">
                <a:effectLst/>
                <a:latin typeface="Times New Roman" panose="02020603050405020304" pitchFamily="18" charset="0"/>
                <a:ea typeface="Times New Roman" panose="02020603050405020304" pitchFamily="18" charset="0"/>
              </a:rPr>
              <a:t> </a:t>
            </a:r>
            <a:r>
              <a:rPr lang="vi-VN" sz="1600" b="1" dirty="0">
                <a:effectLst/>
                <a:latin typeface="Times New Roman" panose="02020603050405020304" pitchFamily="18" charset="0"/>
                <a:ea typeface="Times New Roman" panose="02020603050405020304" pitchFamily="18" charset="0"/>
              </a:rPr>
              <a:t>hàng</a:t>
            </a:r>
            <a:r>
              <a:rPr lang="vi-VN" sz="1600" b="1" spc="-20" dirty="0">
                <a:effectLst/>
                <a:latin typeface="Times New Roman" panose="02020603050405020304" pitchFamily="18" charset="0"/>
                <a:ea typeface="Times New Roman" panose="02020603050405020304" pitchFamily="18" charset="0"/>
              </a:rPr>
              <a:t> </a:t>
            </a:r>
            <a:r>
              <a:rPr lang="vi-VN" sz="1600" b="1" dirty="0">
                <a:effectLst/>
                <a:latin typeface="Times New Roman" panose="02020603050405020304" pitchFamily="18" charset="0"/>
                <a:ea typeface="Times New Roman" panose="02020603050405020304" pitchFamily="18" charset="0"/>
              </a:rPr>
              <a:t>hóa</a:t>
            </a:r>
            <a:r>
              <a:rPr lang="vi-VN" sz="1600" b="1" spc="-30" dirty="0">
                <a:effectLst/>
                <a:latin typeface="Times New Roman" panose="02020603050405020304" pitchFamily="18" charset="0"/>
                <a:ea typeface="Times New Roman" panose="02020603050405020304" pitchFamily="18" charset="0"/>
              </a:rPr>
              <a:t> </a:t>
            </a:r>
            <a:r>
              <a:rPr lang="vi-VN" sz="1600" b="1" dirty="0">
                <a:effectLst/>
                <a:latin typeface="Times New Roman" panose="02020603050405020304" pitchFamily="18" charset="0"/>
                <a:ea typeface="Times New Roman" panose="02020603050405020304" pitchFamily="18" charset="0"/>
              </a:rPr>
              <a:t>(tính</a:t>
            </a:r>
            <a:r>
              <a:rPr lang="vi-VN" sz="1600" b="1" spc="-20" dirty="0">
                <a:effectLst/>
                <a:latin typeface="Times New Roman" panose="02020603050405020304" pitchFamily="18" charset="0"/>
                <a:ea typeface="Times New Roman" panose="02020603050405020304" pitchFamily="18" charset="0"/>
              </a:rPr>
              <a:t> </a:t>
            </a:r>
            <a:r>
              <a:rPr lang="vi-VN" sz="1600" b="1" dirty="0">
                <a:effectLst/>
                <a:latin typeface="Times New Roman" panose="02020603050405020304" pitchFamily="18" charset="0"/>
                <a:ea typeface="Times New Roman" panose="02020603050405020304" pitchFamily="18" charset="0"/>
              </a:rPr>
              <a:t>bằng</a:t>
            </a:r>
            <a:r>
              <a:rPr lang="vi-VN" sz="1600" b="1" spc="-30" dirty="0">
                <a:effectLst/>
                <a:latin typeface="Times New Roman" panose="02020603050405020304" pitchFamily="18" charset="0"/>
                <a:ea typeface="Times New Roman" panose="02020603050405020304" pitchFamily="18" charset="0"/>
              </a:rPr>
              <a:t> </a:t>
            </a:r>
            <a:r>
              <a:rPr lang="vi-VN" sz="1600" b="1" dirty="0">
                <a:effectLst/>
                <a:latin typeface="Times New Roman" panose="02020603050405020304" pitchFamily="18" charset="0"/>
                <a:ea typeface="Times New Roman" panose="02020603050405020304" pitchFamily="18" charset="0"/>
              </a:rPr>
              <a:t>gram),</a:t>
            </a:r>
            <a:r>
              <a:rPr lang="vi-VN" sz="1600" b="1" spc="-30" dirty="0">
                <a:effectLst/>
                <a:latin typeface="Times New Roman" panose="02020603050405020304" pitchFamily="18" charset="0"/>
                <a:ea typeface="Times New Roman" panose="02020603050405020304" pitchFamily="18" charset="0"/>
              </a:rPr>
              <a:t> </a:t>
            </a:r>
            <a:r>
              <a:rPr lang="vi-VN" sz="1600" b="1" dirty="0">
                <a:effectLst/>
                <a:latin typeface="Times New Roman" panose="02020603050405020304" pitchFamily="18" charset="0"/>
                <a:ea typeface="Times New Roman" panose="02020603050405020304" pitchFamily="18" charset="0"/>
              </a:rPr>
              <a:t>tình</a:t>
            </a:r>
            <a:r>
              <a:rPr lang="vi-VN" sz="1600" b="1" spc="-30" dirty="0">
                <a:effectLst/>
                <a:latin typeface="Times New Roman" panose="02020603050405020304" pitchFamily="18" charset="0"/>
                <a:ea typeface="Times New Roman" panose="02020603050405020304" pitchFamily="18" charset="0"/>
              </a:rPr>
              <a:t> </a:t>
            </a:r>
            <a:r>
              <a:rPr lang="vi-VN" sz="1600" b="1" dirty="0">
                <a:effectLst/>
                <a:latin typeface="Times New Roman" panose="02020603050405020304" pitchFamily="18" charset="0"/>
                <a:ea typeface="Times New Roman" panose="02020603050405020304" pitchFamily="18" charset="0"/>
              </a:rPr>
              <a:t>trạng</a:t>
            </a:r>
            <a:r>
              <a:rPr lang="vi-VN" sz="1600" b="1" spc="-20" dirty="0">
                <a:effectLst/>
                <a:latin typeface="Times New Roman" panose="02020603050405020304" pitchFamily="18" charset="0"/>
                <a:ea typeface="Times New Roman" panose="02020603050405020304" pitchFamily="18" charset="0"/>
              </a:rPr>
              <a:t> </a:t>
            </a:r>
            <a:r>
              <a:rPr lang="vi-VN" sz="1600" b="1" dirty="0">
                <a:effectLst/>
                <a:latin typeface="Times New Roman" panose="02020603050405020304" pitchFamily="18" charset="0"/>
                <a:ea typeface="Times New Roman" panose="02020603050405020304" pitchFamily="18" charset="0"/>
              </a:rPr>
              <a:t>hàng</a:t>
            </a:r>
            <a:r>
              <a:rPr lang="vi-VN" sz="1600" b="1" spc="-30" dirty="0">
                <a:effectLst/>
                <a:latin typeface="Times New Roman" panose="02020603050405020304" pitchFamily="18" charset="0"/>
                <a:ea typeface="Times New Roman" panose="02020603050405020304" pitchFamily="18" charset="0"/>
              </a:rPr>
              <a:t> </a:t>
            </a:r>
            <a:r>
              <a:rPr lang="vi-VN" sz="1600" b="1" dirty="0">
                <a:effectLst/>
                <a:latin typeface="Times New Roman" panose="02020603050405020304" pitchFamily="18" charset="0"/>
                <a:ea typeface="Times New Roman" panose="02020603050405020304" pitchFamily="18" charset="0"/>
              </a:rPr>
              <a:t>hóa</a:t>
            </a:r>
            <a:r>
              <a:rPr lang="vi-VN" sz="1600" b="1" spc="-30" dirty="0">
                <a:effectLst/>
                <a:latin typeface="Times New Roman" panose="02020603050405020304" pitchFamily="18" charset="0"/>
                <a:ea typeface="Times New Roman" panose="02020603050405020304" pitchFamily="18" charset="0"/>
              </a:rPr>
              <a:t> </a:t>
            </a:r>
            <a:r>
              <a:rPr lang="vi-VN" sz="1600" b="1" dirty="0">
                <a:effectLst/>
                <a:latin typeface="Times New Roman" panose="02020603050405020304" pitchFamily="18" charset="0"/>
                <a:ea typeface="Times New Roman" panose="02020603050405020304" pitchFamily="18" charset="0"/>
              </a:rPr>
              <a:t>(đã</a:t>
            </a:r>
            <a:r>
              <a:rPr lang="vi-VN" sz="1600" b="1" spc="-30" dirty="0">
                <a:effectLst/>
                <a:latin typeface="Times New Roman" panose="02020603050405020304" pitchFamily="18" charset="0"/>
                <a:ea typeface="Times New Roman" panose="02020603050405020304" pitchFamily="18" charset="0"/>
              </a:rPr>
              <a:t> </a:t>
            </a:r>
            <a:r>
              <a:rPr lang="vi-VN" sz="1600" b="1" dirty="0">
                <a:effectLst/>
                <a:latin typeface="Times New Roman" panose="02020603050405020304" pitchFamily="18" charset="0"/>
                <a:ea typeface="Times New Roman" panose="02020603050405020304" pitchFamily="18" charset="0"/>
              </a:rPr>
              <a:t>giao, chưa giao)</a:t>
            </a:r>
            <a:r>
              <a:rPr lang="vi-VN" sz="1600" dirty="0">
                <a:effectLst/>
                <a:latin typeface="Times New Roman" panose="02020603050405020304" pitchFamily="18" charset="0"/>
                <a:ea typeface="Times New Roman" panose="02020603050405020304" pitchFamily="18" charset="0"/>
              </a:rPr>
              <a:t>.</a:t>
            </a:r>
            <a:endParaRPr lang="en-US" sz="1400" dirty="0">
              <a:effectLst/>
              <a:latin typeface="Times New Roman" panose="02020603050405020304" pitchFamily="18" charset="0"/>
              <a:ea typeface="Times New Roman" panose="02020603050405020304" pitchFamily="18" charset="0"/>
            </a:endParaRPr>
          </a:p>
          <a:p>
            <a:pPr marL="228600" marR="227330" algn="just">
              <a:lnSpc>
                <a:spcPct val="150000"/>
              </a:lnSpc>
              <a:spcBef>
                <a:spcPts val="1405"/>
              </a:spcBef>
              <a:spcAft>
                <a:spcPts val="0"/>
              </a:spcAft>
            </a:pPr>
            <a:r>
              <a:rPr lang="en-US" sz="1600"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Công ty phân loại vận chuyển hàng hóa ra làm 2 loại: </a:t>
            </a:r>
            <a:r>
              <a:rPr lang="vi-VN" sz="1600" b="1" dirty="0">
                <a:effectLst/>
                <a:latin typeface="Times New Roman" panose="02020603050405020304" pitchFamily="18" charset="0"/>
                <a:ea typeface="Times New Roman" panose="02020603050405020304" pitchFamily="18" charset="0"/>
              </a:rPr>
              <a:t>Vận chuyển nhanh </a:t>
            </a:r>
            <a:r>
              <a:rPr lang="vi-VN" sz="1600" dirty="0">
                <a:effectLst/>
                <a:latin typeface="Times New Roman" panose="02020603050405020304" pitchFamily="18" charset="0"/>
                <a:ea typeface="Times New Roman" panose="02020603050405020304" pitchFamily="18" charset="0"/>
              </a:rPr>
              <a:t>và </a:t>
            </a:r>
            <a:r>
              <a:rPr lang="vi-VN" sz="1600" b="1" dirty="0">
                <a:effectLst/>
                <a:latin typeface="Times New Roman" panose="02020603050405020304" pitchFamily="18" charset="0"/>
                <a:ea typeface="Times New Roman" panose="02020603050405020304" pitchFamily="18" charset="0"/>
              </a:rPr>
              <a:t>Vận chuyển tiết kiệm</a:t>
            </a:r>
            <a:r>
              <a:rPr lang="vi-VN" sz="1600" dirty="0">
                <a:effectLst/>
                <a:latin typeface="Times New Roman" panose="02020603050405020304" pitchFamily="18" charset="0"/>
                <a:ea typeface="Times New Roman" panose="02020603050405020304" pitchFamily="18" charset="0"/>
              </a:rPr>
              <a:t>.</a:t>
            </a:r>
            <a:endParaRPr lang="en-US" sz="1400" dirty="0">
              <a:effectLst/>
              <a:latin typeface="Times New Roman" panose="02020603050405020304" pitchFamily="18" charset="0"/>
              <a:ea typeface="Times New Roman" panose="02020603050405020304" pitchFamily="18" charset="0"/>
            </a:endParaRPr>
          </a:p>
          <a:p>
            <a:pPr marR="0" lvl="0">
              <a:spcBef>
                <a:spcPts val="1410"/>
              </a:spcBef>
              <a:spcAft>
                <a:spcPts val="0"/>
              </a:spcAft>
              <a:buSzPts val="1300"/>
              <a:tabLst>
                <a:tab pos="457200" algn="l"/>
              </a:tabLst>
            </a:pPr>
            <a:r>
              <a:rPr lang="en-US" sz="1600" b="1" kern="0" spc="0" dirty="0">
                <a:effectLst/>
                <a:latin typeface="Times New Roman" panose="02020603050405020304" pitchFamily="18" charset="0"/>
                <a:ea typeface="Symbol" panose="05050102010706020507" pitchFamily="18" charset="2"/>
                <a:cs typeface="Symbol" panose="05050102010706020507" pitchFamily="18" charset="2"/>
              </a:rPr>
              <a:t>			</a:t>
            </a:r>
            <a:r>
              <a:rPr lang="vi-VN" sz="1600" b="1" kern="0" spc="0" dirty="0">
                <a:effectLst/>
                <a:latin typeface="Times New Roman" panose="02020603050405020304" pitchFamily="18" charset="0"/>
                <a:ea typeface="Symbol" panose="05050102010706020507" pitchFamily="18" charset="2"/>
                <a:cs typeface="Symbol" panose="05050102010706020507" pitchFamily="18" charset="2"/>
              </a:rPr>
              <a:t>Vận</a:t>
            </a:r>
            <a:r>
              <a:rPr lang="vi-VN" sz="1600" b="1" kern="0" spc="-50" dirty="0">
                <a:effectLst/>
                <a:latin typeface="Times New Roman" panose="02020603050405020304" pitchFamily="18" charset="0"/>
                <a:ea typeface="Symbol" panose="05050102010706020507" pitchFamily="18" charset="2"/>
                <a:cs typeface="Symbol" panose="05050102010706020507" pitchFamily="18" charset="2"/>
              </a:rPr>
              <a:t> </a:t>
            </a:r>
            <a:r>
              <a:rPr lang="vi-VN" sz="1600" b="1" kern="0" spc="0" dirty="0">
                <a:effectLst/>
                <a:latin typeface="Times New Roman" panose="02020603050405020304" pitchFamily="18" charset="0"/>
                <a:ea typeface="Symbol" panose="05050102010706020507" pitchFamily="18" charset="2"/>
                <a:cs typeface="Symbol" panose="05050102010706020507" pitchFamily="18" charset="2"/>
              </a:rPr>
              <a:t>chuyển</a:t>
            </a:r>
            <a:r>
              <a:rPr lang="vi-VN" sz="1600" b="1" kern="0" spc="-45" dirty="0">
                <a:effectLst/>
                <a:latin typeface="Times New Roman" panose="02020603050405020304" pitchFamily="18" charset="0"/>
                <a:ea typeface="Symbol" panose="05050102010706020507" pitchFamily="18" charset="2"/>
                <a:cs typeface="Symbol" panose="05050102010706020507" pitchFamily="18" charset="2"/>
              </a:rPr>
              <a:t> </a:t>
            </a:r>
            <a:r>
              <a:rPr lang="vi-VN" sz="1600" b="1" kern="0" spc="-10" dirty="0">
                <a:effectLst/>
                <a:latin typeface="Times New Roman" panose="02020603050405020304" pitchFamily="18" charset="0"/>
                <a:ea typeface="Symbol" panose="05050102010706020507" pitchFamily="18" charset="2"/>
                <a:cs typeface="Symbol" panose="05050102010706020507" pitchFamily="18" charset="2"/>
              </a:rPr>
              <a:t>nhanh:</a:t>
            </a:r>
            <a:r>
              <a:rPr lang="en-US" sz="1600" b="1" kern="0" spc="-1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Courier New" panose="02070309020205020404" pitchFamily="49" charset="0"/>
              </a:rPr>
              <a:t>Phí</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vận</a:t>
            </a:r>
            <a:r>
              <a:rPr lang="vi-VN" sz="1600" spc="-25" dirty="0">
                <a:effectLst/>
                <a:latin typeface="Times New Roman" panose="02020603050405020304" pitchFamily="18" charset="0"/>
                <a:ea typeface="Courier New" panose="02070309020205020404" pitchFamily="49" charset="0"/>
              </a:rPr>
              <a:t> </a:t>
            </a:r>
            <a:r>
              <a:rPr lang="vi-VN" sz="1600" spc="-10" dirty="0">
                <a:effectLst/>
                <a:latin typeface="Times New Roman" panose="02020603050405020304" pitchFamily="18" charset="0"/>
                <a:ea typeface="Courier New" panose="02070309020205020404" pitchFamily="49" charset="0"/>
              </a:rPr>
              <a:t>chuyển:</a:t>
            </a:r>
            <a:r>
              <a:rPr lang="en-US" sz="1600" spc="-1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Wingdings" panose="05000000000000000000" pitchFamily="2" charset="2"/>
                <a:cs typeface="Wingdings" panose="05000000000000000000" pitchFamily="2" charset="2"/>
              </a:rPr>
              <a:t>30,000</a:t>
            </a:r>
            <a:r>
              <a:rPr lang="vi-VN" sz="1600" spc="-25" dirty="0">
                <a:effectLst/>
                <a:latin typeface="Times New Roman" panose="02020603050405020304" pitchFamily="18" charset="0"/>
                <a:ea typeface="Wingdings" panose="05000000000000000000" pitchFamily="2" charset="2"/>
                <a:cs typeface="Wingdings" panose="05000000000000000000" pitchFamily="2" charset="2"/>
              </a:rPr>
              <a:t> </a:t>
            </a:r>
            <a:r>
              <a:rPr lang="vi-VN" sz="1600" spc="0" dirty="0">
                <a:effectLst/>
                <a:latin typeface="Times New Roman" panose="02020603050405020304" pitchFamily="18" charset="0"/>
                <a:ea typeface="Wingdings" panose="05000000000000000000" pitchFamily="2" charset="2"/>
                <a:cs typeface="Wingdings" panose="05000000000000000000" pitchFamily="2" charset="2"/>
              </a:rPr>
              <a:t>+</a:t>
            </a:r>
            <a:r>
              <a:rPr lang="vi-VN" sz="1600" spc="-20" dirty="0">
                <a:effectLst/>
                <a:latin typeface="Times New Roman" panose="02020603050405020304" pitchFamily="18" charset="0"/>
                <a:ea typeface="Wingdings" panose="05000000000000000000" pitchFamily="2" charset="2"/>
                <a:cs typeface="Wingdings" panose="05000000000000000000" pitchFamily="2" charset="2"/>
              </a:rPr>
              <a:t> </a:t>
            </a:r>
            <a:r>
              <a:rPr lang="vi-VN" sz="1600" spc="0" dirty="0">
                <a:effectLst/>
                <a:latin typeface="Times New Roman" panose="02020603050405020304" pitchFamily="18" charset="0"/>
                <a:ea typeface="Wingdings" panose="05000000000000000000" pitchFamily="2" charset="2"/>
                <a:cs typeface="Wingdings" panose="05000000000000000000" pitchFamily="2" charset="2"/>
              </a:rPr>
              <a:t>2,000</a:t>
            </a:r>
            <a:r>
              <a:rPr lang="vi-VN" sz="1600" spc="-20" dirty="0">
                <a:effectLst/>
                <a:latin typeface="Times New Roman" panose="02020603050405020304" pitchFamily="18" charset="0"/>
                <a:ea typeface="Wingdings" panose="05000000000000000000" pitchFamily="2" charset="2"/>
                <a:cs typeface="Wingdings" panose="05000000000000000000" pitchFamily="2" charset="2"/>
              </a:rPr>
              <a:t> </a:t>
            </a:r>
            <a:r>
              <a:rPr lang="vi-VN" sz="1600" spc="0" dirty="0">
                <a:effectLst/>
                <a:latin typeface="Times New Roman" panose="02020603050405020304" pitchFamily="18" charset="0"/>
                <a:ea typeface="Wingdings" panose="05000000000000000000" pitchFamily="2" charset="2"/>
                <a:cs typeface="Wingdings" panose="05000000000000000000" pitchFamily="2" charset="2"/>
              </a:rPr>
              <a:t>x</a:t>
            </a:r>
            <a:r>
              <a:rPr lang="vi-VN" sz="1600" spc="-20" dirty="0">
                <a:effectLst/>
                <a:latin typeface="Times New Roman" panose="02020603050405020304" pitchFamily="18" charset="0"/>
                <a:ea typeface="Wingdings" panose="05000000000000000000" pitchFamily="2" charset="2"/>
                <a:cs typeface="Wingdings" panose="05000000000000000000" pitchFamily="2" charset="2"/>
              </a:rPr>
              <a:t> </a:t>
            </a:r>
            <a:r>
              <a:rPr lang="vi-VN" sz="1600" spc="0" dirty="0">
                <a:effectLst/>
                <a:latin typeface="Times New Roman" panose="02020603050405020304" pitchFamily="18" charset="0"/>
                <a:ea typeface="Wingdings" panose="05000000000000000000" pitchFamily="2" charset="2"/>
                <a:cs typeface="Wingdings" panose="05000000000000000000" pitchFamily="2" charset="2"/>
              </a:rPr>
              <a:t>trọng</a:t>
            </a:r>
            <a:r>
              <a:rPr lang="vi-VN" sz="1600" spc="-10" dirty="0">
                <a:effectLst/>
                <a:latin typeface="Times New Roman" panose="02020603050405020304" pitchFamily="18" charset="0"/>
                <a:ea typeface="Wingdings" panose="05000000000000000000" pitchFamily="2" charset="2"/>
                <a:cs typeface="Wingdings" panose="05000000000000000000" pitchFamily="2" charset="2"/>
              </a:rPr>
              <a:t> lượng</a:t>
            </a:r>
            <a:r>
              <a:rPr lang="en-US" sz="1600" spc="-10" dirty="0">
                <a:effectLst/>
                <a:latin typeface="Times New Roman" panose="02020603050405020304" pitchFamily="18" charset="0"/>
                <a:ea typeface="Wingdings" panose="05000000000000000000" pitchFamily="2" charset="2"/>
                <a:cs typeface="Wingdings" panose="05000000000000000000" pitchFamily="2" charset="2"/>
              </a:rPr>
              <a:t>. </a:t>
            </a:r>
            <a:r>
              <a:rPr lang="vi-VN" sz="1600" spc="0" dirty="0">
                <a:effectLst/>
                <a:latin typeface="Times New Roman" panose="02020603050405020304" pitchFamily="18" charset="0"/>
                <a:ea typeface="Courier New" panose="02070309020205020404" pitchFamily="49" charset="0"/>
              </a:rPr>
              <a:t>Thời</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gian</a:t>
            </a:r>
            <a:r>
              <a:rPr lang="vi-VN" sz="1600" spc="-2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vận</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chuyển</a:t>
            </a:r>
            <a:r>
              <a:rPr lang="vi-VN" sz="1600" spc="-1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nhanh</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là</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1</a:t>
            </a:r>
            <a:r>
              <a:rPr lang="vi-VN" sz="1600" spc="-10" dirty="0">
                <a:effectLst/>
                <a:latin typeface="Times New Roman" panose="02020603050405020304" pitchFamily="18" charset="0"/>
                <a:ea typeface="Courier New" panose="02070309020205020404" pitchFamily="49" charset="0"/>
              </a:rPr>
              <a:t> ngày.</a:t>
            </a:r>
            <a:endParaRPr lang="en-US" sz="1400" spc="0" dirty="0">
              <a:effectLst/>
              <a:latin typeface="Times New Roman" panose="02020603050405020304" pitchFamily="18" charset="0"/>
              <a:ea typeface="Courier New" panose="02070309020205020404" pitchFamily="49" charset="0"/>
            </a:endParaRPr>
          </a:p>
          <a:p>
            <a:pPr marR="0" lvl="0">
              <a:spcBef>
                <a:spcPts val="645"/>
              </a:spcBef>
              <a:spcAft>
                <a:spcPts val="0"/>
              </a:spcAft>
              <a:buSzPts val="1300"/>
              <a:tabLst>
                <a:tab pos="457200" algn="l"/>
                <a:tab pos="685800" algn="l"/>
              </a:tabLst>
            </a:pPr>
            <a:r>
              <a:rPr lang="en-US" sz="1600" b="1" kern="0" spc="0" dirty="0">
                <a:effectLst/>
                <a:latin typeface="Times New Roman" panose="02020603050405020304" pitchFamily="18" charset="0"/>
                <a:ea typeface="Symbol" panose="05050102010706020507" pitchFamily="18" charset="2"/>
                <a:cs typeface="Symbol" panose="05050102010706020507" pitchFamily="18" charset="2"/>
              </a:rPr>
              <a:t>				</a:t>
            </a:r>
            <a:r>
              <a:rPr lang="vi-VN" sz="1600" b="1" kern="0" spc="0" dirty="0">
                <a:effectLst/>
                <a:latin typeface="Times New Roman" panose="02020603050405020304" pitchFamily="18" charset="0"/>
                <a:ea typeface="Symbol" panose="05050102010706020507" pitchFamily="18" charset="2"/>
                <a:cs typeface="Symbol" panose="05050102010706020507" pitchFamily="18" charset="2"/>
              </a:rPr>
              <a:t>Vận</a:t>
            </a:r>
            <a:r>
              <a:rPr lang="vi-VN" sz="1600" b="1" kern="0" spc="-40" dirty="0">
                <a:effectLst/>
                <a:latin typeface="Times New Roman" panose="02020603050405020304" pitchFamily="18" charset="0"/>
                <a:ea typeface="Symbol" panose="05050102010706020507" pitchFamily="18" charset="2"/>
                <a:cs typeface="Symbol" panose="05050102010706020507" pitchFamily="18" charset="2"/>
              </a:rPr>
              <a:t> </a:t>
            </a:r>
            <a:r>
              <a:rPr lang="vi-VN" sz="1600" b="1" kern="0" spc="0" dirty="0">
                <a:effectLst/>
                <a:latin typeface="Times New Roman" panose="02020603050405020304" pitchFamily="18" charset="0"/>
                <a:ea typeface="Symbol" panose="05050102010706020507" pitchFamily="18" charset="2"/>
                <a:cs typeface="Symbol" panose="05050102010706020507" pitchFamily="18" charset="2"/>
              </a:rPr>
              <a:t>chuyển</a:t>
            </a:r>
            <a:r>
              <a:rPr lang="vi-VN" sz="1600" b="1" kern="0" spc="-40" dirty="0">
                <a:effectLst/>
                <a:latin typeface="Times New Roman" panose="02020603050405020304" pitchFamily="18" charset="0"/>
                <a:ea typeface="Symbol" panose="05050102010706020507" pitchFamily="18" charset="2"/>
                <a:cs typeface="Symbol" panose="05050102010706020507" pitchFamily="18" charset="2"/>
              </a:rPr>
              <a:t> </a:t>
            </a:r>
            <a:r>
              <a:rPr lang="vi-VN" sz="1600" b="1" kern="0" spc="0" dirty="0">
                <a:effectLst/>
                <a:latin typeface="Times New Roman" panose="02020603050405020304" pitchFamily="18" charset="0"/>
                <a:ea typeface="Symbol" panose="05050102010706020507" pitchFamily="18" charset="2"/>
                <a:cs typeface="Symbol" panose="05050102010706020507" pitchFamily="18" charset="2"/>
              </a:rPr>
              <a:t>tiết</a:t>
            </a:r>
            <a:r>
              <a:rPr lang="vi-VN" sz="1600" b="1" kern="0" spc="-25" dirty="0">
                <a:effectLst/>
                <a:latin typeface="Times New Roman" panose="02020603050405020304" pitchFamily="18" charset="0"/>
                <a:ea typeface="Symbol" panose="05050102010706020507" pitchFamily="18" charset="2"/>
                <a:cs typeface="Symbol" panose="05050102010706020507" pitchFamily="18" charset="2"/>
              </a:rPr>
              <a:t> </a:t>
            </a:r>
            <a:r>
              <a:rPr lang="vi-VN" sz="1600" b="1" kern="0" spc="-20" dirty="0">
                <a:effectLst/>
                <a:latin typeface="Times New Roman" panose="02020603050405020304" pitchFamily="18" charset="0"/>
                <a:ea typeface="Symbol" panose="05050102010706020507" pitchFamily="18" charset="2"/>
                <a:cs typeface="Symbol" panose="05050102010706020507" pitchFamily="18" charset="2"/>
              </a:rPr>
              <a:t>kiệm:</a:t>
            </a:r>
            <a:r>
              <a:rPr lang="en-US" sz="1600" b="1" kern="0" spc="-2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Courier New" panose="02070309020205020404" pitchFamily="49" charset="0"/>
              </a:rPr>
              <a:t>Phí</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vận</a:t>
            </a:r>
            <a:r>
              <a:rPr lang="vi-VN" sz="1600" spc="-25" dirty="0">
                <a:effectLst/>
                <a:latin typeface="Times New Roman" panose="02020603050405020304" pitchFamily="18" charset="0"/>
                <a:ea typeface="Courier New" panose="02070309020205020404" pitchFamily="49" charset="0"/>
              </a:rPr>
              <a:t> </a:t>
            </a:r>
            <a:r>
              <a:rPr lang="vi-VN" sz="1600" spc="-10" dirty="0">
                <a:effectLst/>
                <a:latin typeface="Times New Roman" panose="02020603050405020304" pitchFamily="18" charset="0"/>
                <a:ea typeface="Courier New" panose="02070309020205020404" pitchFamily="49" charset="0"/>
              </a:rPr>
              <a:t>chuyển:</a:t>
            </a:r>
            <a:r>
              <a:rPr lang="en-US" sz="1600" spc="-1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Wingdings" panose="05000000000000000000" pitchFamily="2" charset="2"/>
                <a:cs typeface="Wingdings" panose="05000000000000000000" pitchFamily="2" charset="2"/>
              </a:rPr>
              <a:t>15,000</a:t>
            </a:r>
            <a:r>
              <a:rPr lang="vi-VN" sz="1600" spc="-25" dirty="0">
                <a:effectLst/>
                <a:latin typeface="Times New Roman" panose="02020603050405020304" pitchFamily="18" charset="0"/>
                <a:ea typeface="Wingdings" panose="05000000000000000000" pitchFamily="2" charset="2"/>
                <a:cs typeface="Wingdings" panose="05000000000000000000" pitchFamily="2" charset="2"/>
              </a:rPr>
              <a:t> </a:t>
            </a:r>
            <a:r>
              <a:rPr lang="vi-VN" sz="1600" spc="0" dirty="0">
                <a:effectLst/>
                <a:latin typeface="Times New Roman" panose="02020603050405020304" pitchFamily="18" charset="0"/>
                <a:ea typeface="Wingdings" panose="05000000000000000000" pitchFamily="2" charset="2"/>
                <a:cs typeface="Wingdings" panose="05000000000000000000" pitchFamily="2" charset="2"/>
              </a:rPr>
              <a:t>+</a:t>
            </a:r>
            <a:r>
              <a:rPr lang="vi-VN" sz="1600" spc="-20" dirty="0">
                <a:effectLst/>
                <a:latin typeface="Times New Roman" panose="02020603050405020304" pitchFamily="18" charset="0"/>
                <a:ea typeface="Wingdings" panose="05000000000000000000" pitchFamily="2" charset="2"/>
                <a:cs typeface="Wingdings" panose="05000000000000000000" pitchFamily="2" charset="2"/>
              </a:rPr>
              <a:t> </a:t>
            </a:r>
            <a:r>
              <a:rPr lang="vi-VN" sz="1600" spc="0" dirty="0">
                <a:effectLst/>
                <a:latin typeface="Times New Roman" panose="02020603050405020304" pitchFamily="18" charset="0"/>
                <a:ea typeface="Wingdings" panose="05000000000000000000" pitchFamily="2" charset="2"/>
                <a:cs typeface="Wingdings" panose="05000000000000000000" pitchFamily="2" charset="2"/>
              </a:rPr>
              <a:t>1,000</a:t>
            </a:r>
            <a:r>
              <a:rPr lang="vi-VN" sz="1600" spc="295" dirty="0">
                <a:effectLst/>
                <a:latin typeface="Times New Roman" panose="02020603050405020304" pitchFamily="18" charset="0"/>
                <a:ea typeface="Wingdings" panose="05000000000000000000" pitchFamily="2" charset="2"/>
                <a:cs typeface="Wingdings" panose="05000000000000000000" pitchFamily="2" charset="2"/>
              </a:rPr>
              <a:t> </a:t>
            </a:r>
            <a:r>
              <a:rPr lang="vi-VN" sz="1600" spc="0" dirty="0">
                <a:effectLst/>
                <a:latin typeface="Times New Roman" panose="02020603050405020304" pitchFamily="18" charset="0"/>
                <a:ea typeface="Wingdings" panose="05000000000000000000" pitchFamily="2" charset="2"/>
                <a:cs typeface="Wingdings" panose="05000000000000000000" pitchFamily="2" charset="2"/>
              </a:rPr>
              <a:t>x</a:t>
            </a:r>
            <a:r>
              <a:rPr lang="vi-VN" sz="1600" spc="-5" dirty="0">
                <a:effectLst/>
                <a:latin typeface="Times New Roman" panose="02020603050405020304" pitchFamily="18" charset="0"/>
                <a:ea typeface="Wingdings" panose="05000000000000000000" pitchFamily="2" charset="2"/>
                <a:cs typeface="Wingdings" panose="05000000000000000000" pitchFamily="2" charset="2"/>
              </a:rPr>
              <a:t> </a:t>
            </a:r>
            <a:r>
              <a:rPr lang="vi-VN" sz="1600" spc="0" dirty="0">
                <a:effectLst/>
                <a:latin typeface="Times New Roman" panose="02020603050405020304" pitchFamily="18" charset="0"/>
                <a:ea typeface="Wingdings" panose="05000000000000000000" pitchFamily="2" charset="2"/>
                <a:cs typeface="Wingdings" panose="05000000000000000000" pitchFamily="2" charset="2"/>
              </a:rPr>
              <a:t>trọng</a:t>
            </a:r>
            <a:r>
              <a:rPr lang="vi-VN" sz="1600" spc="-15" dirty="0">
                <a:effectLst/>
                <a:latin typeface="Times New Roman" panose="02020603050405020304" pitchFamily="18" charset="0"/>
                <a:ea typeface="Wingdings" panose="05000000000000000000" pitchFamily="2" charset="2"/>
                <a:cs typeface="Wingdings" panose="05000000000000000000" pitchFamily="2" charset="2"/>
              </a:rPr>
              <a:t> </a:t>
            </a:r>
            <a:r>
              <a:rPr lang="vi-VN" sz="1600" spc="-10" dirty="0">
                <a:effectLst/>
                <a:latin typeface="Times New Roman" panose="02020603050405020304" pitchFamily="18" charset="0"/>
                <a:ea typeface="Wingdings" panose="05000000000000000000" pitchFamily="2" charset="2"/>
                <a:cs typeface="Wingdings" panose="05000000000000000000" pitchFamily="2" charset="2"/>
              </a:rPr>
              <a:t>lượng</a:t>
            </a:r>
            <a:r>
              <a:rPr lang="en-US" sz="1600" spc="-10" dirty="0">
                <a:effectLst/>
                <a:latin typeface="Times New Roman" panose="02020603050405020304" pitchFamily="18" charset="0"/>
                <a:ea typeface="Wingdings" panose="05000000000000000000" pitchFamily="2" charset="2"/>
                <a:cs typeface="Wingdings" panose="05000000000000000000" pitchFamily="2" charset="2"/>
              </a:rPr>
              <a:t> . </a:t>
            </a:r>
            <a:r>
              <a:rPr lang="vi-VN" sz="1600" spc="0" dirty="0">
                <a:effectLst/>
                <a:latin typeface="Times New Roman" panose="02020603050405020304" pitchFamily="18" charset="0"/>
                <a:ea typeface="Courier New" panose="02070309020205020404" pitchFamily="49" charset="0"/>
              </a:rPr>
              <a:t>Thời</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gian</a:t>
            </a:r>
            <a:r>
              <a:rPr lang="vi-VN" sz="1600" spc="-1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vận</a:t>
            </a:r>
            <a:r>
              <a:rPr lang="vi-VN" sz="1600" spc="-2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chuyển</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tiết</a:t>
            </a:r>
            <a:r>
              <a:rPr lang="vi-VN" sz="1600" spc="-2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kiệm</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là</a:t>
            </a:r>
            <a:r>
              <a:rPr lang="vi-VN" sz="1600" spc="-1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3</a:t>
            </a:r>
            <a:r>
              <a:rPr lang="vi-VN" sz="1600" spc="-25" dirty="0">
                <a:effectLst/>
                <a:latin typeface="Times New Roman" panose="02020603050405020304" pitchFamily="18" charset="0"/>
                <a:ea typeface="Courier New" panose="02070309020205020404" pitchFamily="49" charset="0"/>
              </a:rPr>
              <a:t> </a:t>
            </a:r>
            <a:r>
              <a:rPr lang="vi-VN" sz="1600" spc="-10" dirty="0">
                <a:effectLst/>
                <a:latin typeface="Times New Roman" panose="02020603050405020304" pitchFamily="18" charset="0"/>
                <a:ea typeface="Courier New" panose="02070309020205020404" pitchFamily="49" charset="0"/>
              </a:rPr>
              <a:t>ngày.</a:t>
            </a:r>
            <a:endParaRPr lang="en-US" sz="1400" spc="0" dirty="0">
              <a:effectLst/>
              <a:latin typeface="Times New Roman" panose="02020603050405020304" pitchFamily="18" charset="0"/>
              <a:ea typeface="Courier New" panose="02070309020205020404" pitchFamily="49" charset="0"/>
            </a:endParaRPr>
          </a:p>
          <a:p>
            <a:r>
              <a:rPr lang="vi-VN" sz="1600" b="1" kern="0" dirty="0">
                <a:effectLst/>
                <a:latin typeface="Times New Roman" panose="02020603050405020304" pitchFamily="18" charset="0"/>
                <a:ea typeface="Times New Roman" panose="02020603050405020304" pitchFamily="18" charset="0"/>
              </a:rPr>
              <a:t>Yêu</a:t>
            </a:r>
            <a:r>
              <a:rPr lang="vi-VN" sz="1600" b="1" kern="0" spc="-30" dirty="0">
                <a:effectLst/>
                <a:latin typeface="Times New Roman" panose="02020603050405020304" pitchFamily="18" charset="0"/>
                <a:ea typeface="Times New Roman" panose="02020603050405020304" pitchFamily="18" charset="0"/>
              </a:rPr>
              <a:t> </a:t>
            </a:r>
            <a:r>
              <a:rPr lang="vi-VN" sz="1600" b="1" kern="0" spc="-20" dirty="0">
                <a:effectLst/>
                <a:latin typeface="Times New Roman" panose="02020603050405020304" pitchFamily="18" charset="0"/>
                <a:ea typeface="Times New Roman" panose="02020603050405020304" pitchFamily="18" charset="0"/>
              </a:rPr>
              <a:t>cầu:</a:t>
            </a:r>
            <a:r>
              <a:rPr lang="vi-VN" sz="1600" b="1"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342900" marR="229235" lvl="0" indent="-342900">
              <a:lnSpc>
                <a:spcPct val="150000"/>
              </a:lnSpc>
              <a:spcBef>
                <a:spcPts val="5"/>
              </a:spcBef>
              <a:spcAft>
                <a:spcPts val="0"/>
              </a:spcAft>
              <a:buSzPts val="1300"/>
              <a:buFont typeface="Times New Roman" panose="02020603050405020304" pitchFamily="18" charset="0"/>
              <a:buAutoNum type="alphaLcParenR"/>
              <a:tabLst>
                <a:tab pos="457200" algn="l"/>
              </a:tabLst>
            </a:pPr>
            <a:r>
              <a:rPr lang="vi-VN" sz="1600" spc="0" dirty="0">
                <a:effectLst/>
                <a:latin typeface="Times New Roman" panose="02020603050405020304" pitchFamily="18" charset="0"/>
                <a:ea typeface="Times New Roman" panose="02020603050405020304" pitchFamily="18" charset="0"/>
              </a:rPr>
              <a:t>Xây</a:t>
            </a:r>
            <a:r>
              <a:rPr lang="vi-VN" sz="1600" spc="-3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dựng</a:t>
            </a:r>
            <a:r>
              <a:rPr lang="vi-VN" sz="1600" spc="-3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các</a:t>
            </a:r>
            <a:r>
              <a:rPr lang="vi-VN" sz="1600" spc="-3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lớp</a:t>
            </a:r>
            <a:r>
              <a:rPr lang="vi-VN" sz="1600" spc="-2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với</a:t>
            </a:r>
            <a:r>
              <a:rPr lang="vi-VN" sz="1600" spc="-2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đầy</a:t>
            </a:r>
            <a:r>
              <a:rPr lang="vi-VN" sz="1600" spc="-3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đủ</a:t>
            </a:r>
            <a:r>
              <a:rPr lang="vi-VN" sz="1600" spc="-3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các</a:t>
            </a:r>
            <a:r>
              <a:rPr lang="vi-VN" sz="1600" spc="-1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thuộc</a:t>
            </a:r>
            <a:r>
              <a:rPr lang="vi-VN" sz="1600" spc="-2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tính</a:t>
            </a:r>
            <a:r>
              <a:rPr lang="vi-VN" sz="1600" spc="-2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và</a:t>
            </a:r>
            <a:r>
              <a:rPr lang="vi-VN" sz="1600" spc="-2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phương</a:t>
            </a:r>
            <a:r>
              <a:rPr lang="vi-VN" sz="1600" spc="-3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thức</a:t>
            </a:r>
            <a:r>
              <a:rPr lang="vi-VN" sz="1600" spc="-3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cần</a:t>
            </a:r>
            <a:r>
              <a:rPr lang="vi-VN" sz="1600" spc="-3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thiết,</a:t>
            </a:r>
            <a:r>
              <a:rPr lang="vi-VN" sz="1600" spc="-2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đúng</a:t>
            </a:r>
            <a:r>
              <a:rPr lang="vi-VN" sz="1600" spc="-3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kế</a:t>
            </a:r>
            <a:r>
              <a:rPr lang="vi-VN" sz="1600" spc="-3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thừa và đa hình.</a:t>
            </a:r>
            <a:endParaRPr lang="en-US" sz="1400" spc="0" dirty="0">
              <a:effectLst/>
              <a:latin typeface="Times New Roman" panose="02020603050405020304" pitchFamily="18" charset="0"/>
              <a:ea typeface="Times New Roman" panose="02020603050405020304" pitchFamily="18" charset="0"/>
            </a:endParaRPr>
          </a:p>
          <a:p>
            <a:pPr marL="342900" marR="230505" lvl="0" indent="-342900">
              <a:lnSpc>
                <a:spcPct val="150000"/>
              </a:lnSpc>
              <a:spcBef>
                <a:spcPts val="0"/>
              </a:spcBef>
              <a:spcAft>
                <a:spcPts val="0"/>
              </a:spcAft>
              <a:buSzPts val="1300"/>
              <a:buFont typeface="Times New Roman" panose="02020603050405020304" pitchFamily="18" charset="0"/>
              <a:buAutoNum type="alphaLcParenR"/>
              <a:tabLst>
                <a:tab pos="457200" algn="l"/>
              </a:tabLst>
            </a:pPr>
            <a:r>
              <a:rPr lang="vi-VN" sz="1600" spc="0" dirty="0">
                <a:effectLst/>
                <a:latin typeface="Times New Roman" panose="02020603050405020304" pitchFamily="18" charset="0"/>
                <a:ea typeface="Times New Roman" panose="02020603050405020304" pitchFamily="18" charset="0"/>
              </a:rPr>
              <a:t>Xây dựng các phương</a:t>
            </a:r>
            <a:r>
              <a:rPr lang="vi-VN" sz="1600" spc="10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thức cần thiết để tạo được danh sách khách</a:t>
            </a:r>
            <a:r>
              <a:rPr lang="vi-VN" sz="1600" spc="10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hàng và danh</a:t>
            </a:r>
            <a:r>
              <a:rPr lang="vi-VN" sz="1600" spc="40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sách hàng hóa mà khách hàng tương ứng yêu cầu vận chuyển.</a:t>
            </a:r>
            <a:endParaRPr lang="en-US" sz="1400" spc="0" dirty="0">
              <a:effectLst/>
              <a:latin typeface="Times New Roman" panose="02020603050405020304" pitchFamily="18" charset="0"/>
              <a:ea typeface="Times New Roman" panose="02020603050405020304" pitchFamily="18" charset="0"/>
            </a:endParaRPr>
          </a:p>
          <a:p>
            <a:pPr marL="342900" marR="231140" lvl="0" indent="-342900">
              <a:lnSpc>
                <a:spcPct val="150000"/>
              </a:lnSpc>
              <a:spcBef>
                <a:spcPts val="310"/>
              </a:spcBef>
              <a:spcAft>
                <a:spcPts val="0"/>
              </a:spcAft>
              <a:buSzPts val="1300"/>
              <a:buFont typeface="Times New Roman" panose="02020603050405020304" pitchFamily="18" charset="0"/>
              <a:buAutoNum type="alphaLcParenR"/>
              <a:tabLst>
                <a:tab pos="457200" algn="l"/>
              </a:tabLst>
            </a:pPr>
            <a:r>
              <a:rPr lang="vi-VN" sz="1600" spc="0" dirty="0">
                <a:effectLst/>
                <a:latin typeface="Times New Roman" panose="02020603050405020304" pitchFamily="18" charset="0"/>
                <a:ea typeface="Times New Roman" panose="02020603050405020304" pitchFamily="18" charset="0"/>
              </a:rPr>
              <a:t>Xây dựng phương thức tính tổng số tiền mà công ty thu được từ việc vận chuyển hàng hóa.</a:t>
            </a:r>
            <a:endParaRPr lang="en-US" sz="1400" spc="0" dirty="0">
              <a:effectLst/>
              <a:latin typeface="Times New Roman" panose="02020603050405020304" pitchFamily="18" charset="0"/>
              <a:ea typeface="Times New Roman" panose="02020603050405020304" pitchFamily="18" charset="0"/>
            </a:endParaRPr>
          </a:p>
          <a:p>
            <a:pPr marL="342900" marR="230505" lvl="0" indent="-342900">
              <a:lnSpc>
                <a:spcPct val="150000"/>
              </a:lnSpc>
              <a:spcBef>
                <a:spcPts val="5"/>
              </a:spcBef>
              <a:spcAft>
                <a:spcPts val="0"/>
              </a:spcAft>
              <a:buSzPts val="1300"/>
              <a:buFont typeface="Times New Roman" panose="02020603050405020304" pitchFamily="18" charset="0"/>
              <a:buAutoNum type="alphaLcParenR"/>
              <a:tabLst>
                <a:tab pos="457200" algn="l"/>
              </a:tabLst>
            </a:pPr>
            <a:r>
              <a:rPr lang="vi-VN" sz="1600" spc="0" dirty="0">
                <a:effectLst/>
                <a:latin typeface="Times New Roman" panose="02020603050405020304" pitchFamily="18" charset="0"/>
                <a:ea typeface="Times New Roman" panose="02020603050405020304" pitchFamily="18" charset="0"/>
              </a:rPr>
              <a:t>Xây</a:t>
            </a:r>
            <a:r>
              <a:rPr lang="vi-VN" sz="1600" spc="-1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dựng</a:t>
            </a:r>
            <a:r>
              <a:rPr lang="vi-VN" sz="1600" spc="-1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phương</a:t>
            </a:r>
            <a:r>
              <a:rPr lang="vi-VN" sz="1600" spc="-1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thức xác</a:t>
            </a:r>
            <a:r>
              <a:rPr lang="vi-VN" sz="1600" spc="-1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định</a:t>
            </a:r>
            <a:r>
              <a:rPr lang="vi-VN" sz="1600" spc="-1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danh</a:t>
            </a:r>
            <a:r>
              <a:rPr lang="vi-VN" sz="1600" spc="-1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sách</a:t>
            </a:r>
            <a:r>
              <a:rPr lang="vi-VN" sz="1600" spc="-1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khách</a:t>
            </a:r>
            <a:r>
              <a:rPr lang="vi-VN" sz="1600" spc="-1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hàng</a:t>
            </a:r>
            <a:r>
              <a:rPr lang="vi-VN" sz="1600" spc="-1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thân</a:t>
            </a:r>
            <a:r>
              <a:rPr lang="vi-VN" sz="1600" spc="-1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thiết</a:t>
            </a:r>
            <a:r>
              <a:rPr lang="vi-VN" sz="1600" spc="-1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(khách</a:t>
            </a:r>
            <a:r>
              <a:rPr lang="vi-VN" sz="1600" spc="-1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hàng</a:t>
            </a:r>
            <a:r>
              <a:rPr lang="vi-VN" sz="1600" spc="-1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thân thiết</a:t>
            </a:r>
            <a:r>
              <a:rPr lang="vi-VN" sz="1600" spc="-2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là</a:t>
            </a:r>
            <a:r>
              <a:rPr lang="vi-VN" sz="1600" spc="-2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khách</a:t>
            </a:r>
            <a:r>
              <a:rPr lang="vi-VN" sz="1600" spc="-2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hàng</a:t>
            </a:r>
            <a:r>
              <a:rPr lang="vi-VN" sz="1600" spc="-2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đã</a:t>
            </a:r>
            <a:r>
              <a:rPr lang="vi-VN" sz="1600" spc="-1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sử</a:t>
            </a:r>
            <a:r>
              <a:rPr lang="vi-VN" sz="1600" spc="-2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dụng</a:t>
            </a:r>
            <a:r>
              <a:rPr lang="vi-VN" sz="1600" spc="-2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dịch</a:t>
            </a:r>
            <a:r>
              <a:rPr lang="vi-VN" sz="1600" spc="-2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vụ</a:t>
            </a:r>
            <a:r>
              <a:rPr lang="vi-VN" sz="1600" spc="-1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và</a:t>
            </a:r>
            <a:r>
              <a:rPr lang="vi-VN" sz="1600" spc="-2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có</a:t>
            </a:r>
            <a:r>
              <a:rPr lang="vi-VN" sz="1600" spc="-1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số</a:t>
            </a:r>
            <a:r>
              <a:rPr lang="vi-VN" sz="1600" spc="-2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tiền</a:t>
            </a:r>
            <a:r>
              <a:rPr lang="vi-VN" sz="1600" spc="-2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phí</a:t>
            </a:r>
            <a:r>
              <a:rPr lang="vi-VN" sz="1600" spc="-2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phát</a:t>
            </a:r>
            <a:r>
              <a:rPr lang="vi-VN" sz="1600" spc="-1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sinh</a:t>
            </a:r>
            <a:r>
              <a:rPr lang="vi-VN" sz="1600" spc="-1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lớn</a:t>
            </a:r>
            <a:r>
              <a:rPr lang="vi-VN" sz="1600" spc="-1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hơn</a:t>
            </a:r>
            <a:r>
              <a:rPr lang="vi-VN" sz="1600" spc="-3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50</a:t>
            </a:r>
            <a:r>
              <a:rPr lang="vi-VN" sz="1600" spc="-1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triệu).</a:t>
            </a:r>
            <a:endParaRPr lang="en-US" sz="1400" spc="0" dirty="0">
              <a:effectLst/>
              <a:latin typeface="Times New Roman" panose="02020603050405020304" pitchFamily="18" charset="0"/>
              <a:ea typeface="Times New Roman" panose="02020603050405020304" pitchFamily="18" charset="0"/>
            </a:endParaRPr>
          </a:p>
          <a:p>
            <a:pPr marL="342900" marR="0" lvl="0" indent="-342900">
              <a:lnSpc>
                <a:spcPts val="1485"/>
              </a:lnSpc>
              <a:spcBef>
                <a:spcPts val="0"/>
              </a:spcBef>
              <a:spcAft>
                <a:spcPts val="0"/>
              </a:spcAft>
              <a:buSzPts val="1300"/>
              <a:buFont typeface="Times New Roman" panose="02020603050405020304" pitchFamily="18" charset="0"/>
              <a:buAutoNum type="alphaLcParenR"/>
              <a:tabLst>
                <a:tab pos="456565" algn="l"/>
              </a:tabLst>
            </a:pPr>
            <a:r>
              <a:rPr lang="vi-VN" sz="1600" spc="0" dirty="0">
                <a:effectLst/>
                <a:latin typeface="Times New Roman" panose="02020603050405020304" pitchFamily="18" charset="0"/>
                <a:ea typeface="Times New Roman" panose="02020603050405020304" pitchFamily="18" charset="0"/>
              </a:rPr>
              <a:t>Xây</a:t>
            </a:r>
            <a:r>
              <a:rPr lang="vi-VN" sz="1600" spc="-2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dựng</a:t>
            </a:r>
            <a:r>
              <a:rPr lang="vi-VN" sz="1600" spc="-2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hàm</a:t>
            </a:r>
            <a:r>
              <a:rPr lang="vi-VN" sz="1600" spc="-1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main</a:t>
            </a:r>
            <a:r>
              <a:rPr lang="vi-VN" sz="1600" spc="-2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để</a:t>
            </a:r>
            <a:r>
              <a:rPr lang="vi-VN" sz="1600" spc="-1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test</a:t>
            </a:r>
            <a:r>
              <a:rPr lang="vi-VN" sz="1600" spc="-2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các</a:t>
            </a:r>
            <a:r>
              <a:rPr lang="vi-VN" sz="1600" spc="-20"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chức</a:t>
            </a:r>
            <a:r>
              <a:rPr lang="vi-VN" sz="1600" spc="-2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năng</a:t>
            </a:r>
            <a:r>
              <a:rPr lang="vi-VN" sz="1600" spc="-2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ở</a:t>
            </a:r>
            <a:r>
              <a:rPr lang="vi-VN" sz="1600" spc="-25" dirty="0">
                <a:effectLst/>
                <a:latin typeface="Times New Roman" panose="02020603050405020304" pitchFamily="18" charset="0"/>
                <a:ea typeface="Times New Roman" panose="02020603050405020304" pitchFamily="18" charset="0"/>
              </a:rPr>
              <a:t> </a:t>
            </a:r>
            <a:r>
              <a:rPr lang="vi-VN" sz="1600" spc="0" dirty="0">
                <a:effectLst/>
                <a:latin typeface="Times New Roman" panose="02020603050405020304" pitchFamily="18" charset="0"/>
                <a:ea typeface="Times New Roman" panose="02020603050405020304" pitchFamily="18" charset="0"/>
              </a:rPr>
              <a:t>câu</a:t>
            </a:r>
            <a:r>
              <a:rPr lang="vi-VN" sz="1600" spc="-10" dirty="0">
                <a:effectLst/>
                <a:latin typeface="Times New Roman" panose="02020603050405020304" pitchFamily="18" charset="0"/>
                <a:ea typeface="Times New Roman" panose="02020603050405020304" pitchFamily="18" charset="0"/>
              </a:rPr>
              <a:t> b,c,d.</a:t>
            </a:r>
            <a:endParaRPr lang="en-US" sz="1400" spc="0" dirty="0">
              <a:effectLst/>
              <a:latin typeface="Times New Roman" panose="02020603050405020304" pitchFamily="18" charset="0"/>
              <a:ea typeface="Times New Roman" panose="02020603050405020304" pitchFamily="18" charset="0"/>
            </a:endParaRPr>
          </a:p>
          <a:p>
            <a:pPr>
              <a:spcBef>
                <a:spcPts val="655"/>
              </a:spcBef>
            </a:pPr>
            <a:r>
              <a:rPr lang="vi-VN" sz="1600"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p:txBody>
      </p:sp>
      <p:sp>
        <p:nvSpPr>
          <p:cNvPr id="5" name="Rectangle 4">
            <a:extLst>
              <a:ext uri="{FF2B5EF4-FFF2-40B4-BE49-F238E27FC236}">
                <a16:creationId xmlns:a16="http://schemas.microsoft.com/office/drawing/2014/main" id="{C6FF4A61-1A9E-48BD-962B-0133873C1343}"/>
              </a:ext>
            </a:extLst>
          </p:cNvPr>
          <p:cNvSpPr/>
          <p:nvPr/>
        </p:nvSpPr>
        <p:spPr>
          <a:xfrm>
            <a:off x="2071371" y="438294"/>
            <a:ext cx="3020058" cy="523220"/>
          </a:xfrm>
          <a:prstGeom prst="rect">
            <a:avLst/>
          </a:prstGeom>
        </p:spPr>
        <p:txBody>
          <a:bodyPr wrap="none">
            <a:spAutoFit/>
          </a:bodyPr>
          <a:lstStyle/>
          <a:p>
            <a:pPr marL="228600" marR="0" indent="0" algn="just">
              <a:spcBef>
                <a:spcPts val="640"/>
              </a:spcBef>
              <a:spcAft>
                <a:spcPts val="0"/>
              </a:spcAft>
            </a:pPr>
            <a:r>
              <a:rPr lang="vi-VN" sz="2800" b="1" kern="0" dirty="0">
                <a:latin typeface="Times New Roman" panose="02020603050405020304" pitchFamily="18" charset="0"/>
                <a:ea typeface="Times New Roman" panose="02020603050405020304" pitchFamily="18" charset="0"/>
              </a:rPr>
              <a:t>Câu</a:t>
            </a:r>
            <a:r>
              <a:rPr lang="vi-VN" sz="2800" b="1" kern="0" spc="-25" dirty="0">
                <a:latin typeface="Times New Roman" panose="02020603050405020304" pitchFamily="18" charset="0"/>
                <a:ea typeface="Times New Roman" panose="02020603050405020304" pitchFamily="18" charset="0"/>
              </a:rPr>
              <a:t> </a:t>
            </a:r>
            <a:r>
              <a:rPr lang="vi-VN" sz="2800" b="1" kern="0" dirty="0">
                <a:latin typeface="Times New Roman" panose="02020603050405020304" pitchFamily="18" charset="0"/>
                <a:ea typeface="Times New Roman" panose="02020603050405020304" pitchFamily="18" charset="0"/>
              </a:rPr>
              <a:t>1.</a:t>
            </a:r>
            <a:r>
              <a:rPr lang="vi-VN" sz="2800" b="1" kern="0" spc="-20" dirty="0">
                <a:latin typeface="Times New Roman" panose="02020603050405020304" pitchFamily="18" charset="0"/>
                <a:ea typeface="Times New Roman" panose="02020603050405020304" pitchFamily="18" charset="0"/>
              </a:rPr>
              <a:t> </a:t>
            </a:r>
            <a:r>
              <a:rPr lang="vi-VN" sz="2800" b="1" kern="0" dirty="0">
                <a:latin typeface="Times New Roman" panose="02020603050405020304" pitchFamily="18" charset="0"/>
                <a:ea typeface="Times New Roman" panose="02020603050405020304" pitchFamily="18" charset="0"/>
              </a:rPr>
              <a:t>(3.0</a:t>
            </a:r>
            <a:r>
              <a:rPr lang="vi-VN" sz="2800" b="1" kern="0" spc="-20" dirty="0">
                <a:latin typeface="Times New Roman" panose="02020603050405020304" pitchFamily="18" charset="0"/>
                <a:ea typeface="Times New Roman" panose="02020603050405020304" pitchFamily="18" charset="0"/>
              </a:rPr>
              <a:t> điểm)</a:t>
            </a:r>
            <a:endParaRPr lang="en-US" sz="2800" b="1" kern="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27758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B4EE53-29C4-4A6A-949A-6B2CFA3497C7}"/>
              </a:ext>
            </a:extLst>
          </p:cNvPr>
          <p:cNvSpPr>
            <a:spLocks noGrp="1"/>
          </p:cNvSpPr>
          <p:nvPr>
            <p:ph type="dt" sz="half" idx="10"/>
          </p:nvPr>
        </p:nvSpPr>
        <p:spPr/>
        <p:txBody>
          <a:bodyPr/>
          <a:lstStyle/>
          <a:p>
            <a:fld id="{5C4CC703-4988-4616-AF22-8D11A9FD5C6E}" type="datetime1">
              <a:rPr lang="en-US" smtClean="0"/>
              <a:t>3/24/2026</a:t>
            </a:fld>
            <a:endParaRPr lang="en-US"/>
          </a:p>
        </p:txBody>
      </p:sp>
      <p:sp>
        <p:nvSpPr>
          <p:cNvPr id="3" name="Slide Number Placeholder 2">
            <a:extLst>
              <a:ext uri="{FF2B5EF4-FFF2-40B4-BE49-F238E27FC236}">
                <a16:creationId xmlns:a16="http://schemas.microsoft.com/office/drawing/2014/main" id="{FA7B8A5B-D3B7-4D6E-BBF0-535E580631D6}"/>
              </a:ext>
            </a:extLst>
          </p:cNvPr>
          <p:cNvSpPr>
            <a:spLocks noGrp="1"/>
          </p:cNvSpPr>
          <p:nvPr>
            <p:ph type="sldNum" sz="quarter" idx="12"/>
          </p:nvPr>
        </p:nvSpPr>
        <p:spPr/>
        <p:txBody>
          <a:bodyPr/>
          <a:lstStyle/>
          <a:p>
            <a:fld id="{9CA15AB1-5F5C-44DD-B925-07AC0698D190}" type="slidenum">
              <a:rPr lang="en-US" smtClean="0"/>
              <a:pPr/>
              <a:t>4</a:t>
            </a:fld>
            <a:r>
              <a:rPr lang="en-US"/>
              <a:t> / 7 </a:t>
            </a:r>
            <a:endParaRPr lang="en-US" dirty="0"/>
          </a:p>
        </p:txBody>
      </p:sp>
      <p:sp>
        <p:nvSpPr>
          <p:cNvPr id="4" name="Rectangle 3">
            <a:extLst>
              <a:ext uri="{FF2B5EF4-FFF2-40B4-BE49-F238E27FC236}">
                <a16:creationId xmlns:a16="http://schemas.microsoft.com/office/drawing/2014/main" id="{977B0B79-365F-4B86-A144-B5877F652929}"/>
              </a:ext>
            </a:extLst>
          </p:cNvPr>
          <p:cNvSpPr/>
          <p:nvPr/>
        </p:nvSpPr>
        <p:spPr>
          <a:xfrm>
            <a:off x="259976" y="1491590"/>
            <a:ext cx="11672047" cy="4713470"/>
          </a:xfrm>
          <a:prstGeom prst="rect">
            <a:avLst/>
          </a:prstGeom>
        </p:spPr>
        <p:txBody>
          <a:bodyPr wrap="square">
            <a:spAutoFit/>
          </a:bodyPr>
          <a:lstStyle/>
          <a:p>
            <a:pPr>
              <a:lnSpc>
                <a:spcPct val="150000"/>
              </a:lnSpc>
              <a:spcBef>
                <a:spcPts val="650"/>
              </a:spcBef>
            </a:pPr>
            <a:r>
              <a:rPr lang="vi-VN" sz="1600" b="1"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Word</a:t>
            </a:r>
            <a:r>
              <a:rPr lang="vi-VN" sz="1600" spc="-30"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(1</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điểm)</a:t>
            </a:r>
            <a:r>
              <a:rPr lang="vi-VN" sz="1600" spc="-20"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Cho</a:t>
            </a:r>
            <a:r>
              <a:rPr lang="vi-VN" sz="1600" spc="-1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trước</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01</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file</a:t>
            </a:r>
            <a:r>
              <a:rPr lang="vi-VN" sz="1600" spc="-1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báo</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cáo</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chưa</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hoàn</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chỉnh,</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sinh</a:t>
            </a:r>
            <a:r>
              <a:rPr lang="vi-VN" sz="1600" spc="-1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viên</a:t>
            </a:r>
            <a:r>
              <a:rPr lang="vi-VN" sz="1600" spc="-1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cần</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thực</a:t>
            </a:r>
            <a:r>
              <a:rPr lang="vi-VN" sz="1600" spc="-25" dirty="0">
                <a:effectLst/>
                <a:latin typeface="Times New Roman" panose="02020603050405020304" pitchFamily="18" charset="0"/>
                <a:ea typeface="Times New Roman" panose="02020603050405020304" pitchFamily="18" charset="0"/>
              </a:rPr>
              <a:t> </a:t>
            </a:r>
            <a:r>
              <a:rPr lang="vi-VN" sz="1600" spc="-10" dirty="0">
                <a:effectLst/>
                <a:latin typeface="Times New Roman" panose="02020603050405020304" pitchFamily="18" charset="0"/>
                <a:ea typeface="Times New Roman" panose="02020603050405020304" pitchFamily="18" charset="0"/>
              </a:rPr>
              <a:t>hiện:</a:t>
            </a:r>
            <a:r>
              <a:rPr lang="vi-VN" sz="1600"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342900" marR="0" lvl="0" indent="-342900">
              <a:lnSpc>
                <a:spcPct val="150000"/>
              </a:lnSpc>
              <a:spcBef>
                <a:spcPts val="5"/>
              </a:spcBef>
              <a:spcAft>
                <a:spcPts val="0"/>
              </a:spcAft>
              <a:buSzPts val="1300"/>
              <a:buFont typeface="Symbol" panose="05050102010706020507" pitchFamily="18" charset="2"/>
              <a:buChar char=""/>
              <a:tabLst>
                <a:tab pos="457200" algn="l"/>
              </a:tabLst>
            </a:pPr>
            <a:r>
              <a:rPr lang="vi-VN" sz="1600" b="1" kern="0" spc="0" dirty="0">
                <a:effectLst/>
                <a:latin typeface="Times New Roman" panose="02020603050405020304" pitchFamily="18" charset="0"/>
                <a:ea typeface="Symbol" panose="05050102010706020507" pitchFamily="18" charset="2"/>
                <a:cs typeface="Symbol" panose="05050102010706020507" pitchFamily="18" charset="2"/>
              </a:rPr>
              <a:t>Tạo</a:t>
            </a:r>
            <a:r>
              <a:rPr lang="vi-VN" sz="1600" b="1" kern="0" spc="-30" dirty="0">
                <a:effectLst/>
                <a:latin typeface="Times New Roman" panose="02020603050405020304" pitchFamily="18" charset="0"/>
                <a:ea typeface="Symbol" panose="05050102010706020507" pitchFamily="18" charset="2"/>
                <a:cs typeface="Symbol" panose="05050102010706020507" pitchFamily="18" charset="2"/>
              </a:rPr>
              <a:t> </a:t>
            </a:r>
            <a:r>
              <a:rPr lang="vi-VN" sz="1600" b="1" kern="0" spc="-10" dirty="0">
                <a:effectLst/>
                <a:latin typeface="Times New Roman" panose="02020603050405020304" pitchFamily="18" charset="0"/>
                <a:ea typeface="Symbol" panose="05050102010706020507" pitchFamily="18" charset="2"/>
                <a:cs typeface="Symbol" panose="05050102010706020507" pitchFamily="18" charset="2"/>
              </a:rPr>
              <a:t>Header:</a:t>
            </a:r>
            <a:r>
              <a:rPr lang="en-US" sz="1600" b="1" kern="0" spc="-1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Courier New" panose="02070309020205020404" pitchFamily="49" charset="0"/>
              </a:rPr>
              <a:t>Bên</a:t>
            </a:r>
            <a:r>
              <a:rPr lang="vi-VN" sz="1600" spc="-3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trái:</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Logo</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Trường</a:t>
            </a:r>
            <a:r>
              <a:rPr lang="vi-VN" sz="1600" spc="-2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ĐH</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Tôn</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Đức</a:t>
            </a:r>
            <a:r>
              <a:rPr lang="vi-VN" sz="1600" spc="-30" dirty="0">
                <a:effectLst/>
                <a:latin typeface="Times New Roman" panose="02020603050405020304" pitchFamily="18" charset="0"/>
                <a:ea typeface="Courier New" panose="02070309020205020404" pitchFamily="49" charset="0"/>
              </a:rPr>
              <a:t> </a:t>
            </a:r>
            <a:r>
              <a:rPr lang="vi-VN" sz="1600" spc="-10" dirty="0">
                <a:effectLst/>
                <a:latin typeface="Times New Roman" panose="02020603050405020304" pitchFamily="18" charset="0"/>
                <a:ea typeface="Courier New" panose="02070309020205020404" pitchFamily="49" charset="0"/>
              </a:rPr>
              <a:t>Thắng.</a:t>
            </a:r>
            <a:r>
              <a:rPr lang="en-US" sz="1600" spc="-1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Bên</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phải:</a:t>
            </a:r>
            <a:r>
              <a:rPr lang="vi-VN" sz="1600" spc="-1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Tiêu</a:t>
            </a:r>
            <a:r>
              <a:rPr lang="vi-VN" sz="1600" spc="-2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đề</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của</a:t>
            </a:r>
            <a:r>
              <a:rPr lang="vi-VN" sz="1600" spc="-1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bài</a:t>
            </a:r>
            <a:r>
              <a:rPr lang="vi-VN" sz="1600" spc="-2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tiểu</a:t>
            </a:r>
            <a:r>
              <a:rPr lang="vi-VN" sz="1600" spc="-25" dirty="0">
                <a:effectLst/>
                <a:latin typeface="Times New Roman" panose="02020603050405020304" pitchFamily="18" charset="0"/>
                <a:ea typeface="Courier New" panose="02070309020205020404" pitchFamily="49" charset="0"/>
              </a:rPr>
              <a:t> </a:t>
            </a:r>
            <a:r>
              <a:rPr lang="vi-VN" sz="1600" spc="-20" dirty="0">
                <a:effectLst/>
                <a:latin typeface="Times New Roman" panose="02020603050405020304" pitchFamily="18" charset="0"/>
                <a:ea typeface="Courier New" panose="02070309020205020404" pitchFamily="49" charset="0"/>
              </a:rPr>
              <a:t>luận.</a:t>
            </a:r>
            <a:endParaRPr lang="en-US" sz="1400" spc="0" dirty="0">
              <a:effectLst/>
              <a:latin typeface="Times New Roman" panose="02020603050405020304" pitchFamily="18" charset="0"/>
              <a:ea typeface="Courier New" panose="02070309020205020404" pitchFamily="49" charset="0"/>
            </a:endParaRPr>
          </a:p>
          <a:p>
            <a:pPr marL="342900" marR="0" lvl="0" indent="-342900">
              <a:lnSpc>
                <a:spcPct val="150000"/>
              </a:lnSpc>
              <a:spcBef>
                <a:spcPts val="635"/>
              </a:spcBef>
              <a:spcAft>
                <a:spcPts val="0"/>
              </a:spcAft>
              <a:buSzPts val="1300"/>
              <a:buFont typeface="Symbol" panose="05050102010706020507" pitchFamily="18" charset="2"/>
              <a:buChar char=""/>
              <a:tabLst>
                <a:tab pos="457200" algn="l"/>
              </a:tabLst>
            </a:pPr>
            <a:r>
              <a:rPr lang="vi-VN" sz="1600" b="1" kern="0" spc="0" dirty="0">
                <a:effectLst/>
                <a:latin typeface="Times New Roman" panose="02020603050405020304" pitchFamily="18" charset="0"/>
                <a:ea typeface="Symbol" panose="05050102010706020507" pitchFamily="18" charset="2"/>
                <a:cs typeface="Symbol" panose="05050102010706020507" pitchFamily="18" charset="2"/>
              </a:rPr>
              <a:t>Tạo</a:t>
            </a:r>
            <a:r>
              <a:rPr lang="vi-VN" sz="1600" b="1" kern="0" spc="-40" dirty="0">
                <a:effectLst/>
                <a:latin typeface="Times New Roman" panose="02020603050405020304" pitchFamily="18" charset="0"/>
                <a:ea typeface="Symbol" panose="05050102010706020507" pitchFamily="18" charset="2"/>
                <a:cs typeface="Symbol" panose="05050102010706020507" pitchFamily="18" charset="2"/>
              </a:rPr>
              <a:t> </a:t>
            </a:r>
            <a:r>
              <a:rPr lang="vi-VN" sz="1600" b="1" kern="0" spc="-10" dirty="0">
                <a:effectLst/>
                <a:latin typeface="Times New Roman" panose="02020603050405020304" pitchFamily="18" charset="0"/>
                <a:ea typeface="Symbol" panose="05050102010706020507" pitchFamily="18" charset="2"/>
                <a:cs typeface="Symbol" panose="05050102010706020507" pitchFamily="18" charset="2"/>
              </a:rPr>
              <a:t>Footer:</a:t>
            </a:r>
            <a:r>
              <a:rPr lang="en-US" sz="1600" b="1" kern="0" spc="-1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Courier New" panose="02070309020205020404" pitchFamily="49" charset="0"/>
              </a:rPr>
              <a:t>Bên</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trái:</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Ngày</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tháng</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năm</a:t>
            </a:r>
            <a:r>
              <a:rPr lang="vi-VN" sz="1600" spc="-2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hiện</a:t>
            </a:r>
            <a:r>
              <a:rPr lang="vi-VN" sz="1600" spc="-15" dirty="0">
                <a:effectLst/>
                <a:latin typeface="Times New Roman" panose="02020603050405020304" pitchFamily="18" charset="0"/>
                <a:ea typeface="Courier New" panose="02070309020205020404" pitchFamily="49" charset="0"/>
              </a:rPr>
              <a:t> </a:t>
            </a:r>
            <a:r>
              <a:rPr lang="vi-VN" sz="1600" spc="-20" dirty="0">
                <a:effectLst/>
                <a:latin typeface="Times New Roman" panose="02020603050405020304" pitchFamily="18" charset="0"/>
                <a:ea typeface="Courier New" panose="02070309020205020404" pitchFamily="49" charset="0"/>
              </a:rPr>
              <a:t>tại.</a:t>
            </a:r>
            <a:r>
              <a:rPr lang="en-US" sz="1600" spc="-2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Bên</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phải:</a:t>
            </a:r>
            <a:r>
              <a:rPr lang="vi-VN" sz="1600" spc="-1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Số</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trang</a:t>
            </a:r>
            <a:r>
              <a:rPr lang="vi-VN" sz="1600" spc="-1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định</a:t>
            </a:r>
            <a:r>
              <a:rPr lang="vi-VN" sz="1600" spc="-2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dạng</a:t>
            </a:r>
            <a:r>
              <a:rPr lang="vi-VN" sz="1600" spc="-1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x/n</a:t>
            </a:r>
            <a:r>
              <a:rPr lang="vi-VN" sz="1600" spc="-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(x</a:t>
            </a:r>
            <a:r>
              <a:rPr lang="vi-VN" sz="1600" spc="-2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là</a:t>
            </a:r>
            <a:r>
              <a:rPr lang="vi-VN" sz="1600" spc="-2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trang</a:t>
            </a:r>
            <a:r>
              <a:rPr lang="vi-VN" sz="1600" spc="-2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hiện</a:t>
            </a:r>
            <a:r>
              <a:rPr lang="vi-VN" sz="1600" spc="-2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tại,</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n</a:t>
            </a:r>
            <a:r>
              <a:rPr lang="vi-VN" sz="1600" spc="-2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là</a:t>
            </a:r>
            <a:r>
              <a:rPr lang="vi-VN" sz="1600" spc="-10"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tổng</a:t>
            </a:r>
            <a:r>
              <a:rPr lang="vi-VN" sz="1600" spc="-25" dirty="0">
                <a:effectLst/>
                <a:latin typeface="Times New Roman" panose="02020603050405020304" pitchFamily="18" charset="0"/>
                <a:ea typeface="Courier New" panose="02070309020205020404" pitchFamily="49" charset="0"/>
              </a:rPr>
              <a:t> </a:t>
            </a:r>
            <a:r>
              <a:rPr lang="vi-VN" sz="1600" spc="0" dirty="0">
                <a:effectLst/>
                <a:latin typeface="Times New Roman" panose="02020603050405020304" pitchFamily="18" charset="0"/>
                <a:ea typeface="Courier New" panose="02070309020205020404" pitchFamily="49" charset="0"/>
              </a:rPr>
              <a:t>số</a:t>
            </a:r>
            <a:r>
              <a:rPr lang="vi-VN" sz="1600" spc="-10" dirty="0">
                <a:effectLst/>
                <a:latin typeface="Times New Roman" panose="02020603050405020304" pitchFamily="18" charset="0"/>
                <a:ea typeface="Courier New" panose="02070309020205020404" pitchFamily="49" charset="0"/>
              </a:rPr>
              <a:t> trang).</a:t>
            </a:r>
            <a:endParaRPr lang="en-US" sz="1400" spc="0" dirty="0">
              <a:effectLst/>
              <a:latin typeface="Times New Roman" panose="02020603050405020304" pitchFamily="18" charset="0"/>
              <a:ea typeface="Courier New" panose="02070309020205020404" pitchFamily="49" charset="0"/>
            </a:endParaRPr>
          </a:p>
          <a:p>
            <a:pPr marL="342900" marR="0" lvl="0" indent="-342900">
              <a:lnSpc>
                <a:spcPct val="150000"/>
              </a:lnSpc>
              <a:spcBef>
                <a:spcPts val="630"/>
              </a:spcBef>
              <a:spcAft>
                <a:spcPts val="0"/>
              </a:spcAft>
              <a:buSzPts val="1300"/>
              <a:buFont typeface="Symbol" panose="05050102010706020507" pitchFamily="18" charset="2"/>
              <a:buChar char=""/>
              <a:tabLst>
                <a:tab pos="457200" algn="l"/>
              </a:tabLst>
            </a:pPr>
            <a:r>
              <a:rPr lang="vi-VN" sz="1600" b="1" spc="0" dirty="0">
                <a:effectLst/>
                <a:latin typeface="Times New Roman" panose="02020603050405020304" pitchFamily="18" charset="0"/>
                <a:ea typeface="Symbol" panose="05050102010706020507" pitchFamily="18" charset="2"/>
                <a:cs typeface="Symbol" panose="05050102010706020507" pitchFamily="18" charset="2"/>
              </a:rPr>
              <a:t>Danh</a:t>
            </a:r>
            <a:r>
              <a:rPr lang="vi-VN" sz="16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600" b="1" spc="0" dirty="0">
                <a:effectLst/>
                <a:latin typeface="Times New Roman" panose="02020603050405020304" pitchFamily="18" charset="0"/>
                <a:ea typeface="Symbol" panose="05050102010706020507" pitchFamily="18" charset="2"/>
                <a:cs typeface="Symbol" panose="05050102010706020507" pitchFamily="18" charset="2"/>
              </a:rPr>
              <a:t>mục</a:t>
            </a:r>
            <a:r>
              <a:rPr lang="vi-VN" sz="16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600" b="1" spc="0" dirty="0">
                <a:effectLst/>
                <a:latin typeface="Times New Roman" panose="02020603050405020304" pitchFamily="18" charset="0"/>
                <a:ea typeface="Symbol" panose="05050102010706020507" pitchFamily="18" charset="2"/>
                <a:cs typeface="Symbol" panose="05050102010706020507" pitchFamily="18" charset="2"/>
              </a:rPr>
              <a:t>tự</a:t>
            </a:r>
            <a:r>
              <a:rPr lang="vi-VN" sz="16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600" b="1" spc="0" dirty="0">
                <a:effectLst/>
                <a:latin typeface="Times New Roman" panose="02020603050405020304" pitchFamily="18" charset="0"/>
                <a:ea typeface="Symbol" panose="05050102010706020507" pitchFamily="18" charset="2"/>
                <a:cs typeface="Symbol" panose="05050102010706020507" pitchFamily="18" charset="2"/>
              </a:rPr>
              <a:t>động:</a:t>
            </a:r>
            <a:r>
              <a:rPr lang="vi-VN" sz="1600" b="1" spc="-2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Tạo</a:t>
            </a:r>
            <a:r>
              <a:rPr lang="vi-VN" sz="16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mục</a:t>
            </a:r>
            <a:r>
              <a:rPr lang="vi-VN" sz="16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lục,</a:t>
            </a:r>
            <a:r>
              <a:rPr lang="vi-VN" sz="1600" spc="-1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danh</a:t>
            </a:r>
            <a:r>
              <a:rPr lang="vi-VN" sz="16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mục</a:t>
            </a:r>
            <a:r>
              <a:rPr lang="vi-VN" sz="1600" spc="-1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hình</a:t>
            </a:r>
            <a:r>
              <a:rPr lang="vi-VN" sz="16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và</a:t>
            </a:r>
            <a:r>
              <a:rPr lang="vi-VN" sz="16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danh</a:t>
            </a:r>
            <a:r>
              <a:rPr lang="vi-VN" sz="16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mục</a:t>
            </a:r>
            <a:r>
              <a:rPr lang="vi-VN" sz="1600" spc="-15"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bảng</a:t>
            </a:r>
            <a:r>
              <a:rPr lang="vi-VN" sz="1600" spc="-1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tự</a:t>
            </a:r>
            <a:r>
              <a:rPr lang="vi-VN" sz="16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10" dirty="0">
                <a:effectLst/>
                <a:latin typeface="Times New Roman" panose="02020603050405020304" pitchFamily="18" charset="0"/>
                <a:ea typeface="Symbol" panose="05050102010706020507" pitchFamily="18" charset="2"/>
                <a:cs typeface="Symbol" panose="05050102010706020507" pitchFamily="18" charset="2"/>
              </a:rPr>
              <a:t>động.</a:t>
            </a:r>
            <a:r>
              <a:rPr lang="vi-VN" sz="1600" dirty="0">
                <a:effectLst/>
                <a:latin typeface="Times New Roman" panose="02020603050405020304" pitchFamily="18" charset="0"/>
                <a:ea typeface="Times New Roman" panose="02020603050405020304" pitchFamily="18" charset="0"/>
              </a:rPr>
              <a:t> </a:t>
            </a:r>
            <a:endParaRPr lang="en-US" sz="1600" b="1" kern="0" dirty="0">
              <a:effectLst/>
              <a:latin typeface="Times New Roman" panose="02020603050405020304" pitchFamily="18" charset="0"/>
              <a:ea typeface="Times New Roman" panose="02020603050405020304" pitchFamily="18" charset="0"/>
            </a:endParaRPr>
          </a:p>
          <a:p>
            <a:pPr marL="1143000" lvl="2">
              <a:lnSpc>
                <a:spcPct val="150000"/>
              </a:lnSpc>
            </a:pPr>
            <a:r>
              <a:rPr lang="vi-VN" sz="1600" b="1" kern="0" dirty="0">
                <a:effectLst/>
                <a:latin typeface="Times New Roman" panose="02020603050405020304" pitchFamily="18" charset="0"/>
                <a:ea typeface="Times New Roman" panose="02020603050405020304" pitchFamily="18" charset="0"/>
              </a:rPr>
              <a:t>Lưu</a:t>
            </a:r>
            <a:r>
              <a:rPr lang="vi-VN" sz="1600" b="1" kern="0" spc="-25" dirty="0">
                <a:effectLst/>
                <a:latin typeface="Times New Roman" panose="02020603050405020304" pitchFamily="18" charset="0"/>
                <a:ea typeface="Times New Roman" panose="02020603050405020304" pitchFamily="18" charset="0"/>
              </a:rPr>
              <a:t> </a:t>
            </a:r>
            <a:r>
              <a:rPr lang="vi-VN" sz="1600" b="1" kern="0" dirty="0">
                <a:effectLst/>
                <a:latin typeface="Times New Roman" panose="02020603050405020304" pitchFamily="18" charset="0"/>
                <a:ea typeface="Times New Roman" panose="02020603050405020304" pitchFamily="18" charset="0"/>
              </a:rPr>
              <a:t>ý</a:t>
            </a:r>
            <a:r>
              <a:rPr lang="vi-VN" sz="1600" b="1" kern="0" spc="-25" dirty="0">
                <a:effectLst/>
                <a:latin typeface="Times New Roman" panose="02020603050405020304" pitchFamily="18" charset="0"/>
                <a:ea typeface="Times New Roman" panose="02020603050405020304" pitchFamily="18" charset="0"/>
              </a:rPr>
              <a:t> </a:t>
            </a:r>
            <a:r>
              <a:rPr lang="vi-VN" sz="1600" b="1" kern="0" dirty="0">
                <a:effectLst/>
                <a:latin typeface="Times New Roman" panose="02020603050405020304" pitchFamily="18" charset="0"/>
                <a:ea typeface="Times New Roman" panose="02020603050405020304" pitchFamily="18" charset="0"/>
              </a:rPr>
              <a:t>đánh</a:t>
            </a:r>
            <a:r>
              <a:rPr lang="vi-VN" sz="1600" b="1" kern="0" spc="-25" dirty="0">
                <a:effectLst/>
                <a:latin typeface="Times New Roman" panose="02020603050405020304" pitchFamily="18" charset="0"/>
                <a:ea typeface="Times New Roman" panose="02020603050405020304" pitchFamily="18" charset="0"/>
              </a:rPr>
              <a:t> </a:t>
            </a:r>
            <a:r>
              <a:rPr lang="vi-VN" sz="1600" b="1" kern="0" dirty="0">
                <a:effectLst/>
                <a:latin typeface="Times New Roman" panose="02020603050405020304" pitchFamily="18" charset="0"/>
                <a:ea typeface="Times New Roman" panose="02020603050405020304" pitchFamily="18" charset="0"/>
              </a:rPr>
              <a:t>số</a:t>
            </a:r>
            <a:r>
              <a:rPr lang="vi-VN" sz="1600" b="1" kern="0" spc="-20" dirty="0">
                <a:effectLst/>
                <a:latin typeface="Times New Roman" panose="02020603050405020304" pitchFamily="18" charset="0"/>
                <a:ea typeface="Times New Roman" panose="02020603050405020304" pitchFamily="18" charset="0"/>
              </a:rPr>
              <a:t> </a:t>
            </a:r>
            <a:r>
              <a:rPr lang="vi-VN" sz="1600" b="1" kern="0" spc="-10" dirty="0">
                <a:effectLst/>
                <a:latin typeface="Times New Roman" panose="02020603050405020304" pitchFamily="18" charset="0"/>
                <a:ea typeface="Times New Roman" panose="02020603050405020304" pitchFamily="18" charset="0"/>
              </a:rPr>
              <a:t>trang:</a:t>
            </a:r>
            <a:r>
              <a:rPr lang="vi-VN" sz="1600" b="1"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342900" marR="0" lvl="0" indent="-342900">
              <a:lnSpc>
                <a:spcPct val="150000"/>
              </a:lnSpc>
              <a:spcBef>
                <a:spcPts val="0"/>
              </a:spcBef>
              <a:spcAft>
                <a:spcPts val="0"/>
              </a:spcAft>
              <a:buSzPts val="1300"/>
              <a:buFont typeface="Symbol" panose="05050102010706020507" pitchFamily="18" charset="2"/>
              <a:buChar char=""/>
              <a:tabLst>
                <a:tab pos="1143000" algn="l"/>
              </a:tabLst>
            </a:pPr>
            <a:r>
              <a:rPr lang="vi-VN" sz="1600" spc="0" dirty="0">
                <a:effectLst/>
                <a:latin typeface="Times New Roman" panose="02020603050405020304" pitchFamily="18" charset="0"/>
                <a:ea typeface="Symbol" panose="05050102010706020507" pitchFamily="18" charset="2"/>
                <a:cs typeface="Symbol" panose="05050102010706020507" pitchFamily="18" charset="2"/>
              </a:rPr>
              <a:t>Trang</a:t>
            </a:r>
            <a:r>
              <a:rPr lang="vi-VN" sz="16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bìa</a:t>
            </a:r>
            <a:r>
              <a:rPr lang="vi-VN" sz="16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không</a:t>
            </a:r>
            <a:r>
              <a:rPr lang="vi-VN" sz="16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đánh</a:t>
            </a:r>
            <a:r>
              <a:rPr lang="vi-VN" sz="16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mục</a:t>
            </a:r>
            <a:r>
              <a:rPr lang="vi-VN" sz="16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600" spc="-20" dirty="0">
                <a:effectLst/>
                <a:latin typeface="Times New Roman" panose="02020603050405020304" pitchFamily="18" charset="0"/>
                <a:ea typeface="Symbol" panose="05050102010706020507" pitchFamily="18" charset="2"/>
                <a:cs typeface="Symbol" panose="05050102010706020507" pitchFamily="18" charset="2"/>
              </a:rPr>
              <a:t>lục.</a:t>
            </a:r>
            <a:endParaRPr lang="en-US" sz="1400" spc="0" dirty="0">
              <a:effectLst/>
              <a:latin typeface="Times New Roman" panose="02020603050405020304" pitchFamily="18" charset="0"/>
              <a:ea typeface="Symbol" panose="05050102010706020507" pitchFamily="18" charset="2"/>
              <a:cs typeface="Symbol" panose="05050102010706020507" pitchFamily="18" charset="2"/>
            </a:endParaRPr>
          </a:p>
          <a:p>
            <a:pPr marL="342900" marR="227965" lvl="0" indent="-342900">
              <a:lnSpc>
                <a:spcPct val="150000"/>
              </a:lnSpc>
              <a:spcBef>
                <a:spcPts val="735"/>
              </a:spcBef>
              <a:spcAft>
                <a:spcPts val="0"/>
              </a:spcAft>
              <a:buSzPts val="1300"/>
              <a:buFont typeface="Symbol" panose="05050102010706020507" pitchFamily="18" charset="2"/>
              <a:buChar char=""/>
              <a:tabLst>
                <a:tab pos="1143000" algn="l"/>
              </a:tabLst>
            </a:pPr>
            <a:r>
              <a:rPr lang="vi-VN" sz="1600" spc="0" dirty="0">
                <a:effectLst/>
                <a:latin typeface="Times New Roman" panose="02020603050405020304" pitchFamily="18" charset="0"/>
                <a:ea typeface="Symbol" panose="05050102010706020507" pitchFamily="18" charset="2"/>
                <a:cs typeface="Symbol" panose="05050102010706020507" pitchFamily="18" charset="2"/>
              </a:rPr>
              <a:t>Các</a:t>
            </a:r>
            <a:r>
              <a:rPr lang="vi-VN" sz="1600" spc="-4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trang</a:t>
            </a:r>
            <a:r>
              <a:rPr lang="vi-VN" sz="1600" spc="-4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không</a:t>
            </a:r>
            <a:r>
              <a:rPr lang="vi-VN" sz="1600" spc="-45"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phải</a:t>
            </a:r>
            <a:r>
              <a:rPr lang="vi-VN" sz="1600" spc="-4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nội</a:t>
            </a:r>
            <a:r>
              <a:rPr lang="vi-VN" sz="1600" spc="-45"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dung</a:t>
            </a:r>
            <a:r>
              <a:rPr lang="vi-VN" sz="1600" spc="-45"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(mục</a:t>
            </a:r>
            <a:r>
              <a:rPr lang="vi-VN" sz="1600" spc="-4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lục,</a:t>
            </a:r>
            <a:r>
              <a:rPr lang="vi-VN" sz="1600" spc="-4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lời</a:t>
            </a:r>
            <a:r>
              <a:rPr lang="vi-VN" sz="1600" spc="-45"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cảm</a:t>
            </a:r>
            <a:r>
              <a:rPr lang="vi-VN" sz="1600" spc="-45"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ơn...)</a:t>
            </a:r>
            <a:r>
              <a:rPr lang="vi-VN" sz="1600" spc="-45"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đánh</a:t>
            </a:r>
            <a:r>
              <a:rPr lang="vi-VN" sz="1600" spc="-4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số</a:t>
            </a:r>
            <a:r>
              <a:rPr lang="vi-VN" sz="1600" spc="-45"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La</a:t>
            </a:r>
            <a:r>
              <a:rPr lang="vi-VN" sz="1600" spc="-4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Mã</a:t>
            </a:r>
            <a:r>
              <a:rPr lang="vi-VN" sz="16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600" spc="0" dirty="0">
                <a:effectLst/>
                <a:latin typeface="Times New Roman" panose="02020603050405020304" pitchFamily="18" charset="0"/>
                <a:ea typeface="Symbol" panose="05050102010706020507" pitchFamily="18" charset="2"/>
                <a:cs typeface="Symbol" panose="05050102010706020507" pitchFamily="18" charset="2"/>
              </a:rPr>
              <a:t>(I, II, III...).</a:t>
            </a:r>
            <a:endParaRPr lang="en-US" sz="1400" spc="0" dirty="0">
              <a:effectLst/>
              <a:latin typeface="Times New Roman" panose="02020603050405020304" pitchFamily="18" charset="0"/>
              <a:ea typeface="Symbol" panose="05050102010706020507" pitchFamily="18" charset="2"/>
              <a:cs typeface="Symbol" panose="05050102010706020507" pitchFamily="18" charset="2"/>
            </a:endParaRPr>
          </a:p>
          <a:p>
            <a:pPr marL="228600" marR="0">
              <a:lnSpc>
                <a:spcPct val="150000"/>
              </a:lnSpc>
              <a:spcBef>
                <a:spcPts val="1435"/>
              </a:spcBef>
              <a:spcAft>
                <a:spcPts val="0"/>
              </a:spcAft>
            </a:pPr>
            <a:r>
              <a:rPr lang="vi-VN" sz="1600" dirty="0">
                <a:effectLst/>
                <a:latin typeface="Times New Roman" panose="02020603050405020304" pitchFamily="18" charset="0"/>
                <a:ea typeface="Times New Roman" panose="02020603050405020304" pitchFamily="18" charset="0"/>
              </a:rPr>
              <a:t>PowerPoint</a:t>
            </a:r>
            <a:r>
              <a:rPr lang="vi-VN" sz="1600" spc="-30"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(0.5</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điểm)</a:t>
            </a:r>
            <a:r>
              <a:rPr lang="vi-VN" sz="1600" spc="-10"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a:t>
            </a:r>
            <a:r>
              <a:rPr lang="vi-VN" sz="1600" spc="-30"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Tên</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file:</a:t>
            </a:r>
            <a:r>
              <a:rPr lang="vi-VN" sz="1600" spc="-15" dirty="0">
                <a:effectLst/>
                <a:latin typeface="Times New Roman" panose="02020603050405020304" pitchFamily="18" charset="0"/>
                <a:ea typeface="Times New Roman" panose="02020603050405020304" pitchFamily="18" charset="0"/>
              </a:rPr>
              <a:t> </a:t>
            </a:r>
            <a:r>
              <a:rPr lang="vi-VN" sz="1600" spc="-10" dirty="0">
                <a:effectLst/>
                <a:latin typeface="Times New Roman" panose="02020603050405020304" pitchFamily="18" charset="0"/>
                <a:ea typeface="Times New Roman" panose="02020603050405020304" pitchFamily="18" charset="0"/>
              </a:rPr>
              <a:t>MYTDTU.PPT</a:t>
            </a:r>
            <a:r>
              <a:rPr lang="vi-VN" sz="1600"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228600" marR="80010">
              <a:lnSpc>
                <a:spcPct val="150000"/>
              </a:lnSpc>
              <a:spcBef>
                <a:spcPts val="0"/>
              </a:spcBef>
              <a:spcAft>
                <a:spcPts val="0"/>
              </a:spcAft>
            </a:pPr>
            <a:r>
              <a:rPr lang="vi-VN" sz="1600" b="1" dirty="0">
                <a:effectLst/>
                <a:latin typeface="Times New Roman" panose="02020603050405020304" pitchFamily="18" charset="0"/>
                <a:ea typeface="Times New Roman" panose="02020603050405020304" pitchFamily="18" charset="0"/>
              </a:rPr>
              <a:t>Cấu trúc: </a:t>
            </a:r>
            <a:r>
              <a:rPr lang="vi-VN" sz="1600" dirty="0">
                <a:effectLst/>
                <a:latin typeface="Times New Roman" panose="02020603050405020304" pitchFamily="18" charset="0"/>
                <a:ea typeface="Times New Roman" panose="02020603050405020304" pitchFamily="18" charset="0"/>
              </a:rPr>
              <a:t>Ít nhất 07 slides (01 slide tiêu đề, 01 slide mục lục, 05 slides nội dung dựa trên file Word).</a:t>
            </a:r>
            <a:endParaRPr lang="en-US" sz="1600" dirty="0">
              <a:effectLst/>
              <a:latin typeface="Times New Roman" panose="02020603050405020304" pitchFamily="18" charset="0"/>
              <a:ea typeface="Times New Roman" panose="02020603050405020304" pitchFamily="18" charset="0"/>
            </a:endParaRPr>
          </a:p>
          <a:p>
            <a:pPr marL="228600" marR="0">
              <a:lnSpc>
                <a:spcPct val="150000"/>
              </a:lnSpc>
              <a:spcBef>
                <a:spcPts val="1395"/>
              </a:spcBef>
              <a:spcAft>
                <a:spcPts val="0"/>
              </a:spcAft>
            </a:pPr>
            <a:r>
              <a:rPr lang="vi-VN" sz="1600" b="1" dirty="0">
                <a:effectLst/>
                <a:latin typeface="Times New Roman" panose="02020603050405020304" pitchFamily="18" charset="0"/>
                <a:ea typeface="Times New Roman" panose="02020603050405020304" pitchFamily="18" charset="0"/>
              </a:rPr>
              <a:t>Định</a:t>
            </a:r>
            <a:r>
              <a:rPr lang="vi-VN" sz="1600" b="1" spc="-25" dirty="0">
                <a:effectLst/>
                <a:latin typeface="Times New Roman" panose="02020603050405020304" pitchFamily="18" charset="0"/>
                <a:ea typeface="Times New Roman" panose="02020603050405020304" pitchFamily="18" charset="0"/>
              </a:rPr>
              <a:t> </a:t>
            </a:r>
            <a:r>
              <a:rPr lang="vi-VN" sz="1600" b="1" dirty="0">
                <a:effectLst/>
                <a:latin typeface="Times New Roman" panose="02020603050405020304" pitchFamily="18" charset="0"/>
                <a:ea typeface="Times New Roman" panose="02020603050405020304" pitchFamily="18" charset="0"/>
              </a:rPr>
              <a:t>dạng:</a:t>
            </a:r>
            <a:r>
              <a:rPr lang="vi-VN" sz="1600" b="1"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a:t>
            </a:r>
            <a:r>
              <a:rPr lang="vi-VN" sz="1600" spc="-1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Mọi</a:t>
            </a:r>
            <a:r>
              <a:rPr lang="vi-VN" sz="1600" spc="-20"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slide</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phải</a:t>
            </a:r>
            <a:r>
              <a:rPr lang="vi-VN" sz="1600" spc="-20"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có</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logo</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trường</a:t>
            </a:r>
            <a:r>
              <a:rPr lang="vi-VN" sz="1600" spc="-1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ở</a:t>
            </a:r>
            <a:r>
              <a:rPr lang="vi-VN" sz="1600" spc="-1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góc</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trên</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bên</a:t>
            </a:r>
            <a:r>
              <a:rPr lang="vi-VN" sz="1600" spc="-20" dirty="0">
                <a:effectLst/>
                <a:latin typeface="Times New Roman" panose="02020603050405020304" pitchFamily="18" charset="0"/>
                <a:ea typeface="Times New Roman" panose="02020603050405020304" pitchFamily="18" charset="0"/>
              </a:rPr>
              <a:t> </a:t>
            </a:r>
            <a:r>
              <a:rPr lang="vi-VN" sz="1600" spc="-10" dirty="0">
                <a:effectLst/>
                <a:latin typeface="Times New Roman" panose="02020603050405020304" pitchFamily="18" charset="0"/>
                <a:ea typeface="Times New Roman" panose="02020603050405020304" pitchFamily="18" charset="0"/>
              </a:rPr>
              <a:t>trái.</a:t>
            </a:r>
            <a:r>
              <a:rPr lang="vi-VN" sz="1600"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685800" marR="0">
              <a:lnSpc>
                <a:spcPct val="150000"/>
              </a:lnSpc>
              <a:spcBef>
                <a:spcPts val="0"/>
              </a:spcBef>
              <a:spcAft>
                <a:spcPts val="0"/>
              </a:spcAft>
            </a:pPr>
            <a:r>
              <a:rPr lang="vi-VN" sz="1600" dirty="0">
                <a:effectLst/>
                <a:latin typeface="Times New Roman" panose="02020603050405020304" pitchFamily="18" charset="0"/>
                <a:ea typeface="Times New Roman" panose="02020603050405020304" pitchFamily="18" charset="0"/>
              </a:rPr>
              <a:t>Footer:</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Ngày</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tháng</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năm</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(bên</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trái)</a:t>
            </a:r>
            <a:r>
              <a:rPr lang="vi-VN" sz="1600" spc="-10"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và</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số</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slide</a:t>
            </a:r>
            <a:r>
              <a:rPr lang="vi-VN" sz="1600" spc="-1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định</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dạng</a:t>
            </a:r>
            <a:r>
              <a:rPr lang="vi-VN" sz="1600" spc="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x/n</a:t>
            </a:r>
            <a:r>
              <a:rPr lang="vi-VN" sz="1600" spc="-25" dirty="0">
                <a:effectLst/>
                <a:latin typeface="Times New Roman" panose="02020603050405020304" pitchFamily="18" charset="0"/>
                <a:ea typeface="Times New Roman" panose="02020603050405020304" pitchFamily="18" charset="0"/>
              </a:rPr>
              <a:t> </a:t>
            </a:r>
            <a:r>
              <a:rPr lang="vi-VN" sz="1600" dirty="0">
                <a:effectLst/>
                <a:latin typeface="Times New Roman" panose="02020603050405020304" pitchFamily="18" charset="0"/>
                <a:ea typeface="Times New Roman" panose="02020603050405020304" pitchFamily="18" charset="0"/>
              </a:rPr>
              <a:t>(bên</a:t>
            </a:r>
            <a:r>
              <a:rPr lang="vi-VN" sz="1600" spc="-10" dirty="0">
                <a:effectLst/>
                <a:latin typeface="Times New Roman" panose="02020603050405020304" pitchFamily="18" charset="0"/>
                <a:ea typeface="Times New Roman" panose="02020603050405020304" pitchFamily="18" charset="0"/>
              </a:rPr>
              <a:t> phải).</a:t>
            </a:r>
            <a:endParaRPr lang="en-US" sz="1600" dirty="0">
              <a:effectLst/>
              <a:latin typeface="Times New Roman" panose="02020603050405020304" pitchFamily="18" charset="0"/>
              <a:ea typeface="Times New Roman" panose="02020603050405020304" pitchFamily="18" charset="0"/>
            </a:endParaRPr>
          </a:p>
        </p:txBody>
      </p:sp>
      <p:sp>
        <p:nvSpPr>
          <p:cNvPr id="5" name="Rectangle 4">
            <a:extLst>
              <a:ext uri="{FF2B5EF4-FFF2-40B4-BE49-F238E27FC236}">
                <a16:creationId xmlns:a16="http://schemas.microsoft.com/office/drawing/2014/main" id="{2A91BAE5-A2CD-4F89-901D-17D368F327AE}"/>
              </a:ext>
            </a:extLst>
          </p:cNvPr>
          <p:cNvSpPr/>
          <p:nvPr/>
        </p:nvSpPr>
        <p:spPr>
          <a:xfrm>
            <a:off x="2071371" y="438294"/>
            <a:ext cx="2937343" cy="523220"/>
          </a:xfrm>
          <a:prstGeom prst="rect">
            <a:avLst/>
          </a:prstGeom>
        </p:spPr>
        <p:txBody>
          <a:bodyPr wrap="none">
            <a:spAutoFit/>
          </a:bodyPr>
          <a:lstStyle/>
          <a:p>
            <a:pPr marL="228600" marR="0" indent="0">
              <a:spcBef>
                <a:spcPts val="0"/>
              </a:spcBef>
              <a:spcAft>
                <a:spcPts val="0"/>
              </a:spcAft>
            </a:pPr>
            <a:r>
              <a:rPr lang="vi-VN" sz="2800" b="1" kern="0" dirty="0">
                <a:effectLst/>
                <a:latin typeface="Times New Roman" panose="02020603050405020304" pitchFamily="18" charset="0"/>
                <a:ea typeface="Times New Roman" panose="02020603050405020304" pitchFamily="18" charset="0"/>
              </a:rPr>
              <a:t>Câu</a:t>
            </a:r>
            <a:r>
              <a:rPr lang="vi-VN" sz="2800" b="1" kern="0" spc="-20" dirty="0">
                <a:effectLst/>
                <a:latin typeface="Times New Roman" panose="02020603050405020304" pitchFamily="18" charset="0"/>
                <a:ea typeface="Times New Roman" panose="02020603050405020304" pitchFamily="18" charset="0"/>
              </a:rPr>
              <a:t> </a:t>
            </a:r>
            <a:r>
              <a:rPr lang="vi-VN" sz="2800" b="1" kern="0" dirty="0">
                <a:effectLst/>
                <a:latin typeface="Times New Roman" panose="02020603050405020304" pitchFamily="18" charset="0"/>
                <a:ea typeface="Times New Roman" panose="02020603050405020304" pitchFamily="18" charset="0"/>
              </a:rPr>
              <a:t>2</a:t>
            </a:r>
            <a:r>
              <a:rPr lang="vi-VN" sz="2800" b="1" kern="0" spc="-20" dirty="0">
                <a:effectLst/>
                <a:latin typeface="Times New Roman" panose="02020603050405020304" pitchFamily="18" charset="0"/>
                <a:ea typeface="Times New Roman" panose="02020603050405020304" pitchFamily="18" charset="0"/>
              </a:rPr>
              <a:t> </a:t>
            </a:r>
            <a:r>
              <a:rPr lang="vi-VN" sz="2800" b="1" kern="0" dirty="0">
                <a:effectLst/>
                <a:latin typeface="Times New Roman" panose="02020603050405020304" pitchFamily="18" charset="0"/>
                <a:ea typeface="Times New Roman" panose="02020603050405020304" pitchFamily="18" charset="0"/>
              </a:rPr>
              <a:t>(1.5</a:t>
            </a:r>
            <a:r>
              <a:rPr lang="vi-VN" sz="2800" b="1" kern="0" spc="-20" dirty="0">
                <a:effectLst/>
                <a:latin typeface="Times New Roman" panose="02020603050405020304" pitchFamily="18" charset="0"/>
                <a:ea typeface="Times New Roman" panose="02020603050405020304" pitchFamily="18" charset="0"/>
              </a:rPr>
              <a:t> </a:t>
            </a:r>
            <a:r>
              <a:rPr lang="vi-VN" sz="2800" b="1" kern="0" spc="-10" dirty="0">
                <a:effectLst/>
                <a:latin typeface="Times New Roman" panose="02020603050405020304" pitchFamily="18" charset="0"/>
                <a:ea typeface="Times New Roman" panose="02020603050405020304" pitchFamily="18" charset="0"/>
              </a:rPr>
              <a:t>điểm)</a:t>
            </a:r>
            <a:endParaRPr lang="en-US" sz="2800" b="1" kern="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027117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C4172F-7257-4618-B7BB-F92652301188}"/>
              </a:ext>
            </a:extLst>
          </p:cNvPr>
          <p:cNvSpPr>
            <a:spLocks noGrp="1"/>
          </p:cNvSpPr>
          <p:nvPr>
            <p:ph type="dt" sz="half" idx="10"/>
          </p:nvPr>
        </p:nvSpPr>
        <p:spPr/>
        <p:txBody>
          <a:bodyPr/>
          <a:lstStyle/>
          <a:p>
            <a:fld id="{5F9015F1-4646-4714-B52A-7AD0097CE835}" type="datetime1">
              <a:rPr lang="en-US" smtClean="0"/>
              <a:t>3/24/2026</a:t>
            </a:fld>
            <a:endParaRPr lang="en-US"/>
          </a:p>
        </p:txBody>
      </p:sp>
      <p:sp>
        <p:nvSpPr>
          <p:cNvPr id="3" name="Slide Number Placeholder 2">
            <a:extLst>
              <a:ext uri="{FF2B5EF4-FFF2-40B4-BE49-F238E27FC236}">
                <a16:creationId xmlns:a16="http://schemas.microsoft.com/office/drawing/2014/main" id="{FD4C0B68-D2C0-4433-A8CE-217EEECD7E7F}"/>
              </a:ext>
            </a:extLst>
          </p:cNvPr>
          <p:cNvSpPr>
            <a:spLocks noGrp="1"/>
          </p:cNvSpPr>
          <p:nvPr>
            <p:ph type="sldNum" sz="quarter" idx="12"/>
          </p:nvPr>
        </p:nvSpPr>
        <p:spPr/>
        <p:txBody>
          <a:bodyPr/>
          <a:lstStyle/>
          <a:p>
            <a:fld id="{9CA15AB1-5F5C-44DD-B925-07AC0698D190}" type="slidenum">
              <a:rPr lang="en-US" smtClean="0"/>
              <a:pPr/>
              <a:t>5</a:t>
            </a:fld>
            <a:r>
              <a:rPr lang="en-US"/>
              <a:t> / 7 </a:t>
            </a:r>
            <a:endParaRPr lang="en-US" dirty="0"/>
          </a:p>
        </p:txBody>
      </p:sp>
      <p:sp>
        <p:nvSpPr>
          <p:cNvPr id="4" name="Rectangle 3">
            <a:extLst>
              <a:ext uri="{FF2B5EF4-FFF2-40B4-BE49-F238E27FC236}">
                <a16:creationId xmlns:a16="http://schemas.microsoft.com/office/drawing/2014/main" id="{00798150-28F5-4B45-96B9-111E507CA8FD}"/>
              </a:ext>
            </a:extLst>
          </p:cNvPr>
          <p:cNvSpPr/>
          <p:nvPr/>
        </p:nvSpPr>
        <p:spPr>
          <a:xfrm>
            <a:off x="186017" y="1155451"/>
            <a:ext cx="11819965" cy="5383461"/>
          </a:xfrm>
          <a:prstGeom prst="rect">
            <a:avLst/>
          </a:prstGeom>
        </p:spPr>
        <p:txBody>
          <a:bodyPr wrap="square">
            <a:spAutoFit/>
          </a:bodyPr>
          <a:lstStyle/>
          <a:p>
            <a:pPr>
              <a:lnSpc>
                <a:spcPct val="150000"/>
              </a:lnSpc>
              <a:spcBef>
                <a:spcPts val="660"/>
              </a:spcBef>
            </a:pPr>
            <a:r>
              <a:rPr lang="vi-VN" sz="1300" b="1" dirty="0">
                <a:effectLst/>
                <a:latin typeface="Times New Roman" panose="02020603050405020304" pitchFamily="18" charset="0"/>
                <a:ea typeface="Times New Roman" panose="02020603050405020304" pitchFamily="18" charset="0"/>
              </a:rPr>
              <a:t> </a:t>
            </a:r>
            <a:r>
              <a:rPr lang="en-US" sz="1300" b="1" dirty="0">
                <a:effectLst/>
                <a:latin typeface="Times New Roman" panose="02020603050405020304" pitchFamily="18" charset="0"/>
                <a:ea typeface="Times New Roman" panose="02020603050405020304" pitchFamily="18" charset="0"/>
              </a:rPr>
              <a:t>		</a:t>
            </a:r>
            <a:r>
              <a:rPr lang="en-US" sz="1300" b="1" dirty="0">
                <a:latin typeface="Times New Roman" panose="02020603050405020304" pitchFamily="18" charset="0"/>
                <a:ea typeface="Times New Roman" panose="02020603050405020304" pitchFamily="18" charset="0"/>
              </a:rPr>
              <a:t>Đ</a:t>
            </a:r>
            <a:r>
              <a:rPr lang="vi-VN" sz="1300" dirty="0">
                <a:effectLst/>
                <a:latin typeface="Times New Roman" panose="02020603050405020304" pitchFamily="18" charset="0"/>
                <a:ea typeface="Times New Roman" panose="02020603050405020304" pitchFamily="18" charset="0"/>
              </a:rPr>
              <a:t>ây</a:t>
            </a:r>
            <a:r>
              <a:rPr lang="vi-VN" sz="1300" spc="-15" dirty="0">
                <a:effectLst/>
                <a:latin typeface="Times New Roman" panose="02020603050405020304" pitchFamily="18" charset="0"/>
                <a:ea typeface="Times New Roman" panose="02020603050405020304" pitchFamily="18" charset="0"/>
              </a:rPr>
              <a:t> </a:t>
            </a:r>
            <a:r>
              <a:rPr lang="vi-VN" sz="1300" dirty="0">
                <a:effectLst/>
                <a:latin typeface="Times New Roman" panose="02020603050405020304" pitchFamily="18" charset="0"/>
                <a:ea typeface="Times New Roman" panose="02020603050405020304" pitchFamily="18" charset="0"/>
              </a:rPr>
              <a:t>là</a:t>
            </a:r>
            <a:r>
              <a:rPr lang="vi-VN" sz="1300" spc="-15" dirty="0">
                <a:effectLst/>
                <a:latin typeface="Times New Roman" panose="02020603050405020304" pitchFamily="18" charset="0"/>
                <a:ea typeface="Times New Roman" panose="02020603050405020304" pitchFamily="18" charset="0"/>
              </a:rPr>
              <a:t> </a:t>
            </a:r>
            <a:r>
              <a:rPr lang="vi-VN" sz="1300" dirty="0">
                <a:effectLst/>
                <a:latin typeface="Times New Roman" panose="02020603050405020304" pitchFamily="18" charset="0"/>
                <a:ea typeface="Times New Roman" panose="02020603050405020304" pitchFamily="18" charset="0"/>
              </a:rPr>
              <a:t>phần</a:t>
            </a:r>
            <a:r>
              <a:rPr lang="vi-VN" sz="1300" spc="-10" dirty="0">
                <a:effectLst/>
                <a:latin typeface="Times New Roman" panose="02020603050405020304" pitchFamily="18" charset="0"/>
                <a:ea typeface="Times New Roman" panose="02020603050405020304" pitchFamily="18" charset="0"/>
              </a:rPr>
              <a:t> </a:t>
            </a:r>
            <a:r>
              <a:rPr lang="vi-VN" sz="1300" dirty="0">
                <a:effectLst/>
                <a:latin typeface="Times New Roman" panose="02020603050405020304" pitchFamily="18" charset="0"/>
                <a:ea typeface="Times New Roman" panose="02020603050405020304" pitchFamily="18" charset="0"/>
              </a:rPr>
              <a:t>quan</a:t>
            </a:r>
            <a:r>
              <a:rPr lang="vi-VN" sz="1300" spc="-15" dirty="0">
                <a:effectLst/>
                <a:latin typeface="Times New Roman" panose="02020603050405020304" pitchFamily="18" charset="0"/>
                <a:ea typeface="Times New Roman" panose="02020603050405020304" pitchFamily="18" charset="0"/>
              </a:rPr>
              <a:t> </a:t>
            </a:r>
            <a:r>
              <a:rPr lang="vi-VN" sz="1300" dirty="0">
                <a:effectLst/>
                <a:latin typeface="Times New Roman" panose="02020603050405020304" pitchFamily="18" charset="0"/>
                <a:ea typeface="Times New Roman" panose="02020603050405020304" pitchFamily="18" charset="0"/>
              </a:rPr>
              <a:t>trọng</a:t>
            </a:r>
            <a:r>
              <a:rPr lang="vi-VN" sz="1300" spc="-10" dirty="0">
                <a:effectLst/>
                <a:latin typeface="Times New Roman" panose="02020603050405020304" pitchFamily="18" charset="0"/>
                <a:ea typeface="Times New Roman" panose="02020603050405020304" pitchFamily="18" charset="0"/>
              </a:rPr>
              <a:t> </a:t>
            </a:r>
            <a:r>
              <a:rPr lang="vi-VN" sz="1300" dirty="0">
                <a:effectLst/>
                <a:latin typeface="Times New Roman" panose="02020603050405020304" pitchFamily="18" charset="0"/>
                <a:ea typeface="Times New Roman" panose="02020603050405020304" pitchFamily="18" charset="0"/>
              </a:rPr>
              <a:t>nhất</a:t>
            </a:r>
            <a:r>
              <a:rPr lang="vi-VN" sz="1300" spc="-15" dirty="0">
                <a:effectLst/>
                <a:latin typeface="Times New Roman" panose="02020603050405020304" pitchFamily="18" charset="0"/>
                <a:ea typeface="Times New Roman" panose="02020603050405020304" pitchFamily="18" charset="0"/>
              </a:rPr>
              <a:t> </a:t>
            </a:r>
            <a:r>
              <a:rPr lang="vi-VN" sz="1300" dirty="0">
                <a:effectLst/>
                <a:latin typeface="Times New Roman" panose="02020603050405020304" pitchFamily="18" charset="0"/>
                <a:ea typeface="Times New Roman" panose="02020603050405020304" pitchFamily="18" charset="0"/>
              </a:rPr>
              <a:t>của</a:t>
            </a:r>
            <a:r>
              <a:rPr lang="vi-VN" sz="1300" spc="-15" dirty="0">
                <a:effectLst/>
                <a:latin typeface="Times New Roman" panose="02020603050405020304" pitchFamily="18" charset="0"/>
                <a:ea typeface="Times New Roman" panose="02020603050405020304" pitchFamily="18" charset="0"/>
              </a:rPr>
              <a:t> </a:t>
            </a:r>
            <a:r>
              <a:rPr lang="vi-VN" sz="1300" dirty="0">
                <a:effectLst/>
                <a:latin typeface="Times New Roman" panose="02020603050405020304" pitchFamily="18" charset="0"/>
                <a:ea typeface="Times New Roman" panose="02020603050405020304" pitchFamily="18" charset="0"/>
              </a:rPr>
              <a:t>trang</a:t>
            </a:r>
            <a:r>
              <a:rPr lang="vi-VN" sz="1300" spc="-15" dirty="0">
                <a:effectLst/>
                <a:latin typeface="Times New Roman" panose="02020603050405020304" pitchFamily="18" charset="0"/>
                <a:ea typeface="Times New Roman" panose="02020603050405020304" pitchFamily="18" charset="0"/>
              </a:rPr>
              <a:t> </a:t>
            </a:r>
            <a:r>
              <a:rPr lang="vi-VN" sz="1300" dirty="0">
                <a:effectLst/>
                <a:latin typeface="Times New Roman" panose="02020603050405020304" pitchFamily="18" charset="0"/>
                <a:ea typeface="Times New Roman" panose="02020603050405020304" pitchFamily="18" charset="0"/>
              </a:rPr>
              <a:t>này,</a:t>
            </a:r>
            <a:r>
              <a:rPr lang="vi-VN" sz="1300" spc="-10" dirty="0">
                <a:effectLst/>
                <a:latin typeface="Times New Roman" panose="02020603050405020304" pitchFamily="18" charset="0"/>
                <a:ea typeface="Times New Roman" panose="02020603050405020304" pitchFamily="18" charset="0"/>
              </a:rPr>
              <a:t> </a:t>
            </a:r>
            <a:r>
              <a:rPr lang="vi-VN" sz="1300" dirty="0">
                <a:effectLst/>
                <a:latin typeface="Times New Roman" panose="02020603050405020304" pitchFamily="18" charset="0"/>
                <a:ea typeface="Times New Roman" panose="02020603050405020304" pitchFamily="18" charset="0"/>
              </a:rPr>
              <a:t>yêu</a:t>
            </a:r>
            <a:r>
              <a:rPr lang="vi-VN" sz="1300" spc="-15" dirty="0">
                <a:effectLst/>
                <a:latin typeface="Times New Roman" panose="02020603050405020304" pitchFamily="18" charset="0"/>
                <a:ea typeface="Times New Roman" panose="02020603050405020304" pitchFamily="18" charset="0"/>
              </a:rPr>
              <a:t> </a:t>
            </a:r>
            <a:r>
              <a:rPr lang="vi-VN" sz="1300" dirty="0">
                <a:effectLst/>
                <a:latin typeface="Times New Roman" panose="02020603050405020304" pitchFamily="18" charset="0"/>
                <a:ea typeface="Times New Roman" panose="02020603050405020304" pitchFamily="18" charset="0"/>
              </a:rPr>
              <a:t>cầu</a:t>
            </a:r>
            <a:r>
              <a:rPr lang="vi-VN" sz="1300" spc="-15" dirty="0">
                <a:effectLst/>
                <a:latin typeface="Times New Roman" panose="02020603050405020304" pitchFamily="18" charset="0"/>
                <a:ea typeface="Times New Roman" panose="02020603050405020304" pitchFamily="18" charset="0"/>
              </a:rPr>
              <a:t> </a:t>
            </a:r>
            <a:r>
              <a:rPr lang="vi-VN" sz="1300" dirty="0">
                <a:effectLst/>
                <a:latin typeface="Times New Roman" panose="02020603050405020304" pitchFamily="18" charset="0"/>
                <a:ea typeface="Times New Roman" panose="02020603050405020304" pitchFamily="18" charset="0"/>
              </a:rPr>
              <a:t>bạn</a:t>
            </a:r>
            <a:r>
              <a:rPr lang="vi-VN" sz="1300" spc="-15" dirty="0">
                <a:effectLst/>
                <a:latin typeface="Times New Roman" panose="02020603050405020304" pitchFamily="18" charset="0"/>
                <a:ea typeface="Times New Roman" panose="02020603050405020304" pitchFamily="18" charset="0"/>
              </a:rPr>
              <a:t> </a:t>
            </a:r>
            <a:r>
              <a:rPr lang="vi-VN" sz="1300" dirty="0">
                <a:effectLst/>
                <a:latin typeface="Times New Roman" panose="02020603050405020304" pitchFamily="18" charset="0"/>
                <a:ea typeface="Times New Roman" panose="02020603050405020304" pitchFamily="18" charset="0"/>
              </a:rPr>
              <a:t>thao</a:t>
            </a:r>
            <a:r>
              <a:rPr lang="vi-VN" sz="1300" spc="-15" dirty="0">
                <a:effectLst/>
                <a:latin typeface="Times New Roman" panose="02020603050405020304" pitchFamily="18" charset="0"/>
                <a:ea typeface="Times New Roman" panose="02020603050405020304" pitchFamily="18" charset="0"/>
              </a:rPr>
              <a:t> </a:t>
            </a:r>
            <a:r>
              <a:rPr lang="vi-VN" sz="1300" dirty="0">
                <a:effectLst/>
                <a:latin typeface="Times New Roman" panose="02020603050405020304" pitchFamily="18" charset="0"/>
                <a:ea typeface="Times New Roman" panose="02020603050405020304" pitchFamily="18" charset="0"/>
              </a:rPr>
              <a:t>tác</a:t>
            </a:r>
            <a:r>
              <a:rPr lang="vi-VN" sz="1300" spc="-15" dirty="0">
                <a:effectLst/>
                <a:latin typeface="Times New Roman" panose="02020603050405020304" pitchFamily="18" charset="0"/>
                <a:ea typeface="Times New Roman" panose="02020603050405020304" pitchFamily="18" charset="0"/>
              </a:rPr>
              <a:t> </a:t>
            </a:r>
            <a:r>
              <a:rPr lang="vi-VN" sz="1300" dirty="0">
                <a:effectLst/>
                <a:latin typeface="Times New Roman" panose="02020603050405020304" pitchFamily="18" charset="0"/>
                <a:ea typeface="Times New Roman" panose="02020603050405020304" pitchFamily="18" charset="0"/>
              </a:rPr>
              <a:t>với </a:t>
            </a:r>
            <a:r>
              <a:rPr lang="vi-VN" sz="1300" b="1" dirty="0">
                <a:effectLst/>
                <a:latin typeface="Times New Roman" panose="02020603050405020304" pitchFamily="18" charset="0"/>
                <a:ea typeface="Times New Roman" panose="02020603050405020304" pitchFamily="18" charset="0"/>
              </a:rPr>
              <a:t>Git</a:t>
            </a:r>
            <a:r>
              <a:rPr lang="vi-VN" sz="1300" b="1" spc="-15" dirty="0">
                <a:effectLst/>
                <a:latin typeface="Times New Roman" panose="02020603050405020304" pitchFamily="18" charset="0"/>
                <a:ea typeface="Times New Roman" panose="02020603050405020304" pitchFamily="18" charset="0"/>
              </a:rPr>
              <a:t> </a:t>
            </a:r>
            <a:r>
              <a:rPr lang="vi-VN" sz="1300" b="1" dirty="0">
                <a:effectLst/>
                <a:latin typeface="Times New Roman" panose="02020603050405020304" pitchFamily="18" charset="0"/>
                <a:ea typeface="Times New Roman" panose="02020603050405020304" pitchFamily="18" charset="0"/>
              </a:rPr>
              <a:t>Bash</a:t>
            </a:r>
            <a:r>
              <a:rPr lang="vi-VN" sz="1300" dirty="0">
                <a:effectLst/>
                <a:latin typeface="Times New Roman" panose="02020603050405020304" pitchFamily="18" charset="0"/>
                <a:ea typeface="Times New Roman" panose="02020603050405020304" pitchFamily="18" charset="0"/>
              </a:rPr>
              <a:t>. </a:t>
            </a:r>
            <a:r>
              <a:rPr lang="vi-VN" sz="1300" b="1" dirty="0">
                <a:effectLst/>
                <a:latin typeface="Times New Roman" panose="02020603050405020304" pitchFamily="18" charset="0"/>
                <a:ea typeface="Times New Roman" panose="02020603050405020304" pitchFamily="18" charset="0"/>
              </a:rPr>
              <a:t>Yêu cầu nộp bài: </a:t>
            </a:r>
            <a:r>
              <a:rPr lang="vi-VN" sz="1300" dirty="0">
                <a:effectLst/>
                <a:latin typeface="Times New Roman" panose="02020603050405020304" pitchFamily="18" charset="0"/>
                <a:ea typeface="Times New Roman" panose="02020603050405020304" pitchFamily="18" charset="0"/>
              </a:rPr>
              <a:t>Một thư mục tên &lt;Cau_3&gt; chứa:</a:t>
            </a:r>
            <a:endParaRPr lang="en-US" sz="1100" dirty="0">
              <a:effectLst/>
              <a:latin typeface="Times New Roman" panose="02020603050405020304" pitchFamily="18" charset="0"/>
              <a:ea typeface="Times New Roman" panose="02020603050405020304" pitchFamily="18" charset="0"/>
            </a:endParaRPr>
          </a:p>
          <a:p>
            <a:pPr marR="0" lvl="0">
              <a:lnSpc>
                <a:spcPct val="150000"/>
              </a:lnSpc>
              <a:spcBef>
                <a:spcPts val="20"/>
              </a:spcBef>
              <a:spcAft>
                <a:spcPts val="0"/>
              </a:spcAft>
              <a:buSzPts val="1300"/>
              <a:tabLst>
                <a:tab pos="1143000" algn="l"/>
              </a:tabLst>
            </a:pPr>
            <a:r>
              <a:rPr lang="en-US" sz="1300" spc="0" dirty="0">
                <a:effectLst/>
                <a:latin typeface="Times New Roman" panose="02020603050405020304" pitchFamily="18" charset="0"/>
                <a:ea typeface="Symbol" panose="05050102010706020507" pitchFamily="18" charset="2"/>
                <a:cs typeface="Symbol" panose="05050102010706020507" pitchFamily="18" charset="2"/>
              </a:rPr>
              <a:t>	</a:t>
            </a:r>
            <a:r>
              <a:rPr lang="vi-VN" sz="1300" spc="0" dirty="0">
                <a:effectLst/>
                <a:latin typeface="Times New Roman" panose="02020603050405020304" pitchFamily="18" charset="0"/>
                <a:ea typeface="Symbol" panose="05050102010706020507" pitchFamily="18" charset="2"/>
                <a:cs typeface="Symbol" panose="05050102010706020507" pitchFamily="18" charset="2"/>
              </a:rPr>
              <a:t>File</a:t>
            </a:r>
            <a:r>
              <a:rPr lang="vi-VN" sz="13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300" spc="0" dirty="0">
                <a:effectLst/>
                <a:latin typeface="Times New Roman" panose="02020603050405020304" pitchFamily="18" charset="0"/>
                <a:ea typeface="Symbol" panose="05050102010706020507" pitchFamily="18" charset="2"/>
                <a:cs typeface="Symbol" panose="05050102010706020507" pitchFamily="18" charset="2"/>
              </a:rPr>
              <a:t>Word</a:t>
            </a:r>
            <a:r>
              <a:rPr lang="vi-VN" sz="13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300" spc="0" dirty="0">
                <a:effectLst/>
                <a:latin typeface="Times New Roman" panose="02020603050405020304" pitchFamily="18" charset="0"/>
                <a:ea typeface="Symbol" panose="05050102010706020507" pitchFamily="18" charset="2"/>
                <a:cs typeface="Symbol" panose="05050102010706020507" pitchFamily="18" charset="2"/>
              </a:rPr>
              <a:t>chụp</a:t>
            </a:r>
            <a:r>
              <a:rPr lang="vi-VN" sz="13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300" spc="0" dirty="0">
                <a:effectLst/>
                <a:latin typeface="Times New Roman" panose="02020603050405020304" pitchFamily="18" charset="0"/>
                <a:ea typeface="Symbol" panose="05050102010706020507" pitchFamily="18" charset="2"/>
                <a:cs typeface="Symbol" panose="05050102010706020507" pitchFamily="18" charset="2"/>
              </a:rPr>
              <a:t>màn</a:t>
            </a:r>
            <a:r>
              <a:rPr lang="vi-VN" sz="13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300" spc="0" dirty="0">
                <a:effectLst/>
                <a:latin typeface="Times New Roman" panose="02020603050405020304" pitchFamily="18" charset="0"/>
                <a:ea typeface="Symbol" panose="05050102010706020507" pitchFamily="18" charset="2"/>
                <a:cs typeface="Symbol" panose="05050102010706020507" pitchFamily="18" charset="2"/>
              </a:rPr>
              <a:t>hình</a:t>
            </a:r>
            <a:r>
              <a:rPr lang="vi-VN" sz="13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300" spc="0" dirty="0">
                <a:effectLst/>
                <a:latin typeface="Times New Roman" panose="02020603050405020304" pitchFamily="18" charset="0"/>
                <a:ea typeface="Symbol" panose="05050102010706020507" pitchFamily="18" charset="2"/>
                <a:cs typeface="Symbol" panose="05050102010706020507" pitchFamily="18" charset="2"/>
              </a:rPr>
              <a:t>các</a:t>
            </a:r>
            <a:r>
              <a:rPr lang="vi-VN" sz="13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300" spc="0" dirty="0">
                <a:effectLst/>
                <a:latin typeface="Times New Roman" panose="02020603050405020304" pitchFamily="18" charset="0"/>
                <a:ea typeface="Symbol" panose="05050102010706020507" pitchFamily="18" charset="2"/>
                <a:cs typeface="Symbol" panose="05050102010706020507" pitchFamily="18" charset="2"/>
              </a:rPr>
              <a:t>bước</a:t>
            </a:r>
            <a:r>
              <a:rPr lang="vi-VN" sz="13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300" spc="0" dirty="0">
                <a:effectLst/>
                <a:latin typeface="Times New Roman" panose="02020603050405020304" pitchFamily="18" charset="0"/>
                <a:ea typeface="Symbol" panose="05050102010706020507" pitchFamily="18" charset="2"/>
                <a:cs typeface="Symbol" panose="05050102010706020507" pitchFamily="18" charset="2"/>
              </a:rPr>
              <a:t>thực</a:t>
            </a:r>
            <a:r>
              <a:rPr lang="vi-VN" sz="13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300" spc="0" dirty="0">
                <a:effectLst/>
                <a:latin typeface="Times New Roman" panose="02020603050405020304" pitchFamily="18" charset="0"/>
                <a:ea typeface="Symbol" panose="05050102010706020507" pitchFamily="18" charset="2"/>
                <a:cs typeface="Symbol" panose="05050102010706020507" pitchFamily="18" charset="2"/>
              </a:rPr>
              <a:t>hiện</a:t>
            </a:r>
            <a:r>
              <a:rPr lang="vi-VN" sz="1300" spc="-15" dirty="0">
                <a:effectLst/>
                <a:latin typeface="Times New Roman" panose="02020603050405020304" pitchFamily="18" charset="0"/>
                <a:ea typeface="Symbol" panose="05050102010706020507" pitchFamily="18" charset="2"/>
                <a:cs typeface="Symbol" panose="05050102010706020507" pitchFamily="18" charset="2"/>
              </a:rPr>
              <a:t> </a:t>
            </a:r>
            <a:r>
              <a:rPr lang="vi-VN" sz="1300" spc="0" dirty="0">
                <a:effectLst/>
                <a:latin typeface="Times New Roman" panose="02020603050405020304" pitchFamily="18" charset="0"/>
                <a:ea typeface="Symbol" panose="05050102010706020507" pitchFamily="18" charset="2"/>
                <a:cs typeface="Symbol" panose="05050102010706020507" pitchFamily="18" charset="2"/>
              </a:rPr>
              <a:t>và</a:t>
            </a:r>
            <a:r>
              <a:rPr lang="vi-VN" sz="13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300" spc="0" dirty="0">
                <a:effectLst/>
                <a:latin typeface="Times New Roman" panose="02020603050405020304" pitchFamily="18" charset="0"/>
                <a:ea typeface="Symbol" panose="05050102010706020507" pitchFamily="18" charset="2"/>
                <a:cs typeface="Symbol" panose="05050102010706020507" pitchFamily="18" charset="2"/>
              </a:rPr>
              <a:t>diễn</a:t>
            </a:r>
            <a:r>
              <a:rPr lang="vi-VN" sz="13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300" spc="-10" dirty="0">
                <a:effectLst/>
                <a:latin typeface="Times New Roman" panose="02020603050405020304" pitchFamily="18" charset="0"/>
                <a:ea typeface="Symbol" panose="05050102010706020507" pitchFamily="18" charset="2"/>
                <a:cs typeface="Symbol" panose="05050102010706020507" pitchFamily="18" charset="2"/>
              </a:rPr>
              <a:t>giải.</a:t>
            </a:r>
            <a:r>
              <a:rPr lang="en-US" sz="1300" spc="-10" dirty="0">
                <a:effectLst/>
                <a:latin typeface="Times New Roman" panose="02020603050405020304" pitchFamily="18" charset="0"/>
                <a:ea typeface="Symbol" panose="05050102010706020507" pitchFamily="18" charset="2"/>
                <a:cs typeface="Symbol" panose="05050102010706020507" pitchFamily="18" charset="2"/>
              </a:rPr>
              <a:t>  </a:t>
            </a:r>
            <a:r>
              <a:rPr lang="vi-VN" sz="1300" spc="0" dirty="0">
                <a:effectLst/>
                <a:latin typeface="Times New Roman" panose="02020603050405020304" pitchFamily="18" charset="0"/>
                <a:ea typeface="Symbol" panose="05050102010706020507" pitchFamily="18" charset="2"/>
                <a:cs typeface="Symbol" panose="05050102010706020507" pitchFamily="18" charset="2"/>
              </a:rPr>
              <a:t>Thư</a:t>
            </a:r>
            <a:r>
              <a:rPr lang="vi-VN" sz="13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300" spc="0" dirty="0">
                <a:effectLst/>
                <a:latin typeface="Times New Roman" panose="02020603050405020304" pitchFamily="18" charset="0"/>
                <a:ea typeface="Symbol" panose="05050102010706020507" pitchFamily="18" charset="2"/>
                <a:cs typeface="Symbol" panose="05050102010706020507" pitchFamily="18" charset="2"/>
              </a:rPr>
              <a:t>mục</a:t>
            </a:r>
            <a:r>
              <a:rPr lang="vi-VN" sz="13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300" spc="0" dirty="0">
                <a:effectLst/>
                <a:latin typeface="Times New Roman" panose="02020603050405020304" pitchFamily="18" charset="0"/>
                <a:ea typeface="Symbol" panose="05050102010706020507" pitchFamily="18" charset="2"/>
                <a:cs typeface="Symbol" panose="05050102010706020507" pitchFamily="18" charset="2"/>
              </a:rPr>
              <a:t>con:</a:t>
            </a:r>
            <a:r>
              <a:rPr lang="vi-VN" sz="13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300" spc="0" dirty="0">
                <a:effectLst/>
                <a:latin typeface="Times New Roman" panose="02020603050405020304" pitchFamily="18" charset="0"/>
                <a:ea typeface="Symbol" panose="05050102010706020507" pitchFamily="18" charset="2"/>
                <a:cs typeface="Symbol" panose="05050102010706020507" pitchFamily="18" charset="2"/>
              </a:rPr>
              <a:t>repos,</a:t>
            </a:r>
            <a:r>
              <a:rPr lang="vi-VN" sz="13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300" spc="0" dirty="0">
                <a:effectLst/>
                <a:latin typeface="Times New Roman" panose="02020603050405020304" pitchFamily="18" charset="0"/>
                <a:ea typeface="Symbol" panose="05050102010706020507" pitchFamily="18" charset="2"/>
                <a:cs typeface="Symbol" panose="05050102010706020507" pitchFamily="18" charset="2"/>
              </a:rPr>
              <a:t>wc1,</a:t>
            </a:r>
            <a:r>
              <a:rPr lang="vi-VN" sz="13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300" spc="-20" dirty="0">
                <a:effectLst/>
                <a:latin typeface="Times New Roman" panose="02020603050405020304" pitchFamily="18" charset="0"/>
                <a:ea typeface="Symbol" panose="05050102010706020507" pitchFamily="18" charset="2"/>
                <a:cs typeface="Symbol" panose="05050102010706020507" pitchFamily="18" charset="2"/>
              </a:rPr>
              <a:t>wc2.</a:t>
            </a:r>
            <a:r>
              <a:rPr lang="vi-VN" sz="1300" dirty="0">
                <a:effectLst/>
                <a:latin typeface="Times New Roman" panose="02020603050405020304" pitchFamily="18" charset="0"/>
                <a:ea typeface="Times New Roman" panose="02020603050405020304" pitchFamily="18" charset="0"/>
              </a:rPr>
              <a:t> </a:t>
            </a:r>
            <a:endParaRPr lang="en-US" sz="1300" dirty="0">
              <a:effectLst/>
              <a:latin typeface="Times New Roman" panose="02020603050405020304" pitchFamily="18" charset="0"/>
              <a:ea typeface="Times New Roman" panose="02020603050405020304" pitchFamily="18" charset="0"/>
            </a:endParaRPr>
          </a:p>
          <a:p>
            <a:pPr marL="228600" marR="0" indent="0">
              <a:lnSpc>
                <a:spcPct val="150000"/>
              </a:lnSpc>
              <a:spcBef>
                <a:spcPts val="5"/>
              </a:spcBef>
              <a:spcAft>
                <a:spcPts val="0"/>
              </a:spcAft>
            </a:pPr>
            <a:r>
              <a:rPr lang="vi-VN" sz="1300" b="1" kern="0" dirty="0">
                <a:effectLst/>
                <a:latin typeface="Times New Roman" panose="02020603050405020304" pitchFamily="18" charset="0"/>
                <a:ea typeface="Times New Roman" panose="02020603050405020304" pitchFamily="18" charset="0"/>
              </a:rPr>
              <a:t>Thứ</a:t>
            </a:r>
            <a:r>
              <a:rPr lang="vi-VN" sz="1300" b="1" kern="0" spc="-30" dirty="0">
                <a:effectLst/>
                <a:latin typeface="Times New Roman" panose="02020603050405020304" pitchFamily="18" charset="0"/>
                <a:ea typeface="Times New Roman" panose="02020603050405020304" pitchFamily="18" charset="0"/>
              </a:rPr>
              <a:t> </a:t>
            </a:r>
            <a:r>
              <a:rPr lang="vi-VN" sz="1300" b="1" kern="0" dirty="0">
                <a:effectLst/>
                <a:latin typeface="Times New Roman" panose="02020603050405020304" pitchFamily="18" charset="0"/>
                <a:ea typeface="Times New Roman" panose="02020603050405020304" pitchFamily="18" charset="0"/>
              </a:rPr>
              <a:t>tự</a:t>
            </a:r>
            <a:r>
              <a:rPr lang="vi-VN" sz="1300" b="1" kern="0" spc="-20" dirty="0">
                <a:effectLst/>
                <a:latin typeface="Times New Roman" panose="02020603050405020304" pitchFamily="18" charset="0"/>
                <a:ea typeface="Times New Roman" panose="02020603050405020304" pitchFamily="18" charset="0"/>
              </a:rPr>
              <a:t> </a:t>
            </a:r>
            <a:r>
              <a:rPr lang="vi-VN" sz="1300" b="1" kern="0" dirty="0">
                <a:effectLst/>
                <a:latin typeface="Times New Roman" panose="02020603050405020304" pitchFamily="18" charset="0"/>
                <a:ea typeface="Times New Roman" panose="02020603050405020304" pitchFamily="18" charset="0"/>
              </a:rPr>
              <a:t>thực</a:t>
            </a:r>
            <a:r>
              <a:rPr lang="vi-VN" sz="1300" b="1" kern="0" spc="-10" dirty="0">
                <a:effectLst/>
                <a:latin typeface="Times New Roman" panose="02020603050405020304" pitchFamily="18" charset="0"/>
                <a:ea typeface="Times New Roman" panose="02020603050405020304" pitchFamily="18" charset="0"/>
              </a:rPr>
              <a:t> </a:t>
            </a:r>
            <a:r>
              <a:rPr lang="vi-VN" sz="1300" b="1" kern="0" dirty="0">
                <a:effectLst/>
                <a:latin typeface="Times New Roman" panose="02020603050405020304" pitchFamily="18" charset="0"/>
                <a:ea typeface="Times New Roman" panose="02020603050405020304" pitchFamily="18" charset="0"/>
              </a:rPr>
              <a:t>hiện</a:t>
            </a:r>
            <a:r>
              <a:rPr lang="vi-VN" sz="1300" b="1" kern="0" spc="-25" dirty="0">
                <a:effectLst/>
                <a:latin typeface="Times New Roman" panose="02020603050405020304" pitchFamily="18" charset="0"/>
                <a:ea typeface="Times New Roman" panose="02020603050405020304" pitchFamily="18" charset="0"/>
              </a:rPr>
              <a:t> </a:t>
            </a:r>
            <a:r>
              <a:rPr lang="vi-VN" sz="1300" b="1" kern="0" dirty="0">
                <a:effectLst/>
                <a:latin typeface="Times New Roman" panose="02020603050405020304" pitchFamily="18" charset="0"/>
                <a:ea typeface="Times New Roman" panose="02020603050405020304" pitchFamily="18" charset="0"/>
              </a:rPr>
              <a:t>(Bắt</a:t>
            </a:r>
            <a:r>
              <a:rPr lang="vi-VN" sz="1300" b="1" kern="0" spc="-15" dirty="0">
                <a:effectLst/>
                <a:latin typeface="Times New Roman" panose="02020603050405020304" pitchFamily="18" charset="0"/>
                <a:ea typeface="Times New Roman" panose="02020603050405020304" pitchFamily="18" charset="0"/>
              </a:rPr>
              <a:t> </a:t>
            </a:r>
            <a:r>
              <a:rPr lang="vi-VN" sz="1300" b="1" kern="0" dirty="0">
                <a:effectLst/>
                <a:latin typeface="Times New Roman" panose="02020603050405020304" pitchFamily="18" charset="0"/>
                <a:ea typeface="Times New Roman" panose="02020603050405020304" pitchFamily="18" charset="0"/>
              </a:rPr>
              <a:t>buộc</a:t>
            </a:r>
            <a:r>
              <a:rPr lang="vi-VN" sz="1300" b="1" kern="0" spc="-25" dirty="0">
                <a:effectLst/>
                <a:latin typeface="Times New Roman" panose="02020603050405020304" pitchFamily="18" charset="0"/>
                <a:ea typeface="Times New Roman" panose="02020603050405020304" pitchFamily="18" charset="0"/>
              </a:rPr>
              <a:t> </a:t>
            </a:r>
            <a:r>
              <a:rPr lang="vi-VN" sz="1300" b="1" kern="0" dirty="0">
                <a:effectLst/>
                <a:latin typeface="Times New Roman" panose="02020603050405020304" pitchFamily="18" charset="0"/>
                <a:ea typeface="Times New Roman" panose="02020603050405020304" pitchFamily="18" charset="0"/>
              </a:rPr>
              <a:t>từ</a:t>
            </a:r>
            <a:r>
              <a:rPr lang="vi-VN" sz="1300" b="1" kern="0" spc="-25" dirty="0">
                <a:effectLst/>
                <a:latin typeface="Times New Roman" panose="02020603050405020304" pitchFamily="18" charset="0"/>
                <a:ea typeface="Times New Roman" panose="02020603050405020304" pitchFamily="18" charset="0"/>
              </a:rPr>
              <a:t> </a:t>
            </a:r>
            <a:r>
              <a:rPr lang="vi-VN" sz="1300" b="1" kern="0" dirty="0">
                <a:effectLst/>
                <a:latin typeface="Times New Roman" panose="02020603050405020304" pitchFamily="18" charset="0"/>
                <a:ea typeface="Times New Roman" panose="02020603050405020304" pitchFamily="18" charset="0"/>
              </a:rPr>
              <a:t>1</a:t>
            </a:r>
            <a:r>
              <a:rPr lang="vi-VN" sz="1300" b="1" kern="0" spc="-15" dirty="0">
                <a:effectLst/>
                <a:latin typeface="Times New Roman" panose="02020603050405020304" pitchFamily="18" charset="0"/>
                <a:ea typeface="Times New Roman" panose="02020603050405020304" pitchFamily="18" charset="0"/>
              </a:rPr>
              <a:t> </a:t>
            </a:r>
            <a:r>
              <a:rPr lang="vi-VN" sz="1300" b="1" kern="0" dirty="0">
                <a:effectLst/>
                <a:latin typeface="Times New Roman" panose="02020603050405020304" pitchFamily="18" charset="0"/>
                <a:ea typeface="Times New Roman" panose="02020603050405020304" pitchFamily="18" charset="0"/>
              </a:rPr>
              <a:t>-&gt;</a:t>
            </a:r>
            <a:r>
              <a:rPr lang="vi-VN" sz="1300" b="1" kern="0" spc="-25" dirty="0">
                <a:effectLst/>
                <a:latin typeface="Times New Roman" panose="02020603050405020304" pitchFamily="18" charset="0"/>
                <a:ea typeface="Times New Roman" panose="02020603050405020304" pitchFamily="18" charset="0"/>
              </a:rPr>
              <a:t> 8):</a:t>
            </a:r>
            <a:r>
              <a:rPr lang="vi-VN" sz="1300" b="1" dirty="0">
                <a:effectLst/>
                <a:latin typeface="Times New Roman" panose="02020603050405020304" pitchFamily="18" charset="0"/>
                <a:ea typeface="Times New Roman" panose="02020603050405020304" pitchFamily="18" charset="0"/>
              </a:rPr>
              <a:t> </a:t>
            </a:r>
            <a:endParaRPr lang="en-US" sz="1300" dirty="0">
              <a:effectLst/>
              <a:latin typeface="Times New Roman" panose="02020603050405020304" pitchFamily="18" charset="0"/>
              <a:ea typeface="Times New Roman" panose="02020603050405020304" pitchFamily="18" charset="0"/>
            </a:endParaRPr>
          </a:p>
          <a:p>
            <a:pPr marL="742950" marR="0" lvl="1" indent="-285750">
              <a:lnSpc>
                <a:spcPct val="150000"/>
              </a:lnSpc>
              <a:spcBef>
                <a:spcPts val="0"/>
              </a:spcBef>
              <a:spcAft>
                <a:spcPts val="0"/>
              </a:spcAft>
              <a:buSzPts val="1300"/>
              <a:buFont typeface="Courier New" panose="02070309020205020404" pitchFamily="49" charset="0"/>
              <a:buChar char="o"/>
              <a:tabLst>
                <a:tab pos="913765" algn="l"/>
              </a:tabLst>
            </a:pPr>
            <a:r>
              <a:rPr lang="vi-VN" sz="1300" b="1" spc="0" dirty="0">
                <a:effectLst/>
                <a:latin typeface="Times New Roman" panose="02020603050405020304" pitchFamily="18" charset="0"/>
                <a:ea typeface="Courier New" panose="02070309020205020404" pitchFamily="49" charset="0"/>
              </a:rPr>
              <a:t>Bước</a:t>
            </a:r>
            <a:r>
              <a:rPr lang="vi-VN" sz="1300" b="1" spc="-20" dirty="0">
                <a:effectLst/>
                <a:latin typeface="Times New Roman" panose="02020603050405020304" pitchFamily="18" charset="0"/>
                <a:ea typeface="Courier New" panose="02070309020205020404" pitchFamily="49" charset="0"/>
              </a:rPr>
              <a:t> </a:t>
            </a:r>
            <a:r>
              <a:rPr lang="vi-VN" sz="1300" b="1" spc="0" dirty="0">
                <a:effectLst/>
                <a:latin typeface="Times New Roman" panose="02020603050405020304" pitchFamily="18" charset="0"/>
                <a:ea typeface="Courier New" panose="02070309020205020404" pitchFamily="49" charset="0"/>
              </a:rPr>
              <a:t>0:</a:t>
            </a:r>
            <a:r>
              <a:rPr lang="vi-VN" sz="1300" b="1" spc="-2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Giải</a:t>
            </a:r>
            <a:r>
              <a:rPr lang="vi-VN" sz="1300" spc="-1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nén</a:t>
            </a:r>
            <a:r>
              <a:rPr lang="vi-VN" sz="1300" spc="-2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repos.zip</a:t>
            </a:r>
            <a:r>
              <a:rPr lang="vi-VN" sz="1300" spc="-2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vào</a:t>
            </a:r>
            <a:r>
              <a:rPr lang="vi-VN" sz="1300" spc="-2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thư</a:t>
            </a:r>
            <a:r>
              <a:rPr lang="vi-VN" sz="1300" spc="-2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mục</a:t>
            </a:r>
            <a:r>
              <a:rPr lang="vi-VN" sz="1300" spc="-2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câu</a:t>
            </a:r>
            <a:r>
              <a:rPr lang="vi-VN" sz="1300" spc="-25" dirty="0">
                <a:effectLst/>
                <a:latin typeface="Times New Roman" panose="02020603050405020304" pitchFamily="18" charset="0"/>
                <a:ea typeface="Courier New" panose="02070309020205020404" pitchFamily="49" charset="0"/>
              </a:rPr>
              <a:t> 3.</a:t>
            </a:r>
            <a:endParaRPr lang="en-US" sz="1100" spc="0" dirty="0">
              <a:effectLst/>
              <a:latin typeface="Times New Roman" panose="02020603050405020304" pitchFamily="18" charset="0"/>
              <a:ea typeface="Courier New" panose="02070309020205020404" pitchFamily="49" charset="0"/>
            </a:endParaRPr>
          </a:p>
          <a:p>
            <a:pPr marL="742950" marR="0" lvl="1" indent="-285750">
              <a:lnSpc>
                <a:spcPct val="150000"/>
              </a:lnSpc>
              <a:spcBef>
                <a:spcPts val="640"/>
              </a:spcBef>
              <a:spcAft>
                <a:spcPts val="0"/>
              </a:spcAft>
              <a:buSzPts val="1300"/>
              <a:buFont typeface="Courier New" panose="02070309020205020404" pitchFamily="49" charset="0"/>
              <a:buChar char="o"/>
              <a:tabLst>
                <a:tab pos="913765" algn="l"/>
              </a:tabLst>
            </a:pPr>
            <a:r>
              <a:rPr lang="vi-VN" sz="1300" b="1" spc="0" dirty="0">
                <a:effectLst/>
                <a:latin typeface="Times New Roman" panose="02020603050405020304" pitchFamily="18" charset="0"/>
                <a:ea typeface="Courier New" panose="02070309020205020404" pitchFamily="49" charset="0"/>
              </a:rPr>
              <a:t>Bước</a:t>
            </a:r>
            <a:r>
              <a:rPr lang="vi-VN" sz="1300" b="1" spc="-20" dirty="0">
                <a:effectLst/>
                <a:latin typeface="Times New Roman" panose="02020603050405020304" pitchFamily="18" charset="0"/>
                <a:ea typeface="Courier New" panose="02070309020205020404" pitchFamily="49" charset="0"/>
              </a:rPr>
              <a:t> </a:t>
            </a:r>
            <a:r>
              <a:rPr lang="vi-VN" sz="1300" b="1" spc="0" dirty="0">
                <a:effectLst/>
                <a:latin typeface="Times New Roman" panose="02020603050405020304" pitchFamily="18" charset="0"/>
                <a:ea typeface="Courier New" panose="02070309020205020404" pitchFamily="49" charset="0"/>
              </a:rPr>
              <a:t>1:</a:t>
            </a:r>
            <a:r>
              <a:rPr lang="vi-VN" sz="1300" b="1" spc="-1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Dùng</a:t>
            </a:r>
            <a:r>
              <a:rPr lang="vi-VN" sz="1300" spc="-2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lệnh</a:t>
            </a:r>
            <a:r>
              <a:rPr lang="vi-VN" sz="1300" spc="-1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git</a:t>
            </a:r>
            <a:r>
              <a:rPr lang="vi-VN" sz="1300" spc="-1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clone</a:t>
            </a:r>
            <a:r>
              <a:rPr lang="vi-VN" sz="1300" spc="-1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để</a:t>
            </a:r>
            <a:r>
              <a:rPr lang="vi-VN" sz="1300" spc="-2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tạo</a:t>
            </a:r>
            <a:r>
              <a:rPr lang="vi-VN" sz="1300" spc="-1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ra</a:t>
            </a:r>
            <a:r>
              <a:rPr lang="vi-VN" sz="1300" spc="-2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hai</a:t>
            </a:r>
            <a:r>
              <a:rPr lang="vi-VN" sz="1300" spc="-2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bản</a:t>
            </a:r>
            <a:r>
              <a:rPr lang="vi-VN" sz="1300" spc="-1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copy</a:t>
            </a:r>
            <a:r>
              <a:rPr lang="vi-VN" sz="1300" spc="-2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làm</a:t>
            </a:r>
            <a:r>
              <a:rPr lang="vi-VN" sz="1300" spc="-25" dirty="0">
                <a:effectLst/>
                <a:latin typeface="Times New Roman" panose="02020603050405020304" pitchFamily="18" charset="0"/>
                <a:ea typeface="Courier New" panose="02070309020205020404" pitchFamily="49" charset="0"/>
              </a:rPr>
              <a:t> </a:t>
            </a:r>
            <a:r>
              <a:rPr lang="vi-VN" sz="1300" spc="-10" dirty="0">
                <a:effectLst/>
                <a:latin typeface="Times New Roman" panose="02020603050405020304" pitchFamily="18" charset="0"/>
                <a:ea typeface="Courier New" panose="02070309020205020404" pitchFamily="49" charset="0"/>
              </a:rPr>
              <a:t>việc:</a:t>
            </a:r>
            <a:endParaRPr lang="en-US" sz="1100" spc="0" dirty="0">
              <a:effectLst/>
              <a:latin typeface="Times New Roman" panose="02020603050405020304" pitchFamily="18" charset="0"/>
              <a:ea typeface="Courier New" panose="02070309020205020404" pitchFamily="49" charset="0"/>
            </a:endParaRPr>
          </a:p>
          <a:p>
            <a:pPr marL="1143000" marR="0" lvl="2" indent="-228600">
              <a:lnSpc>
                <a:spcPct val="150000"/>
              </a:lnSpc>
              <a:spcBef>
                <a:spcPts val="640"/>
              </a:spcBef>
              <a:spcAft>
                <a:spcPts val="0"/>
              </a:spcAft>
              <a:buSzPts val="1300"/>
              <a:buFont typeface="Wingdings" panose="05000000000000000000" pitchFamily="2" charset="2"/>
              <a:buChar char=""/>
              <a:tabLst>
                <a:tab pos="1371600" algn="l"/>
              </a:tabLst>
            </a:pPr>
            <a:r>
              <a:rPr lang="vi-VN" sz="1300" spc="0" dirty="0">
                <a:effectLst/>
                <a:latin typeface="Times New Roman" panose="02020603050405020304" pitchFamily="18" charset="0"/>
                <a:ea typeface="Wingdings" panose="05000000000000000000" pitchFamily="2" charset="2"/>
                <a:cs typeface="Wingdings" panose="05000000000000000000" pitchFamily="2" charset="2"/>
              </a:rPr>
              <a:t>git</a:t>
            </a:r>
            <a:r>
              <a:rPr lang="vi-VN" sz="1300" spc="-35" dirty="0">
                <a:effectLst/>
                <a:latin typeface="Times New Roman" panose="02020603050405020304" pitchFamily="18" charset="0"/>
                <a:ea typeface="Wingdings" panose="05000000000000000000" pitchFamily="2" charset="2"/>
                <a:cs typeface="Wingdings" panose="05000000000000000000" pitchFamily="2" charset="2"/>
              </a:rPr>
              <a:t> </a:t>
            </a:r>
            <a:r>
              <a:rPr lang="vi-VN" sz="1300" spc="0" dirty="0">
                <a:effectLst/>
                <a:latin typeface="Times New Roman" panose="02020603050405020304" pitchFamily="18" charset="0"/>
                <a:ea typeface="Wingdings" panose="05000000000000000000" pitchFamily="2" charset="2"/>
                <a:cs typeface="Wingdings" panose="05000000000000000000" pitchFamily="2" charset="2"/>
              </a:rPr>
              <a:t>clone</a:t>
            </a:r>
            <a:r>
              <a:rPr lang="vi-VN" sz="1300" spc="-25" dirty="0">
                <a:effectLst/>
                <a:latin typeface="Times New Roman" panose="02020603050405020304" pitchFamily="18" charset="0"/>
                <a:ea typeface="Wingdings" panose="05000000000000000000" pitchFamily="2" charset="2"/>
                <a:cs typeface="Wingdings" panose="05000000000000000000" pitchFamily="2" charset="2"/>
              </a:rPr>
              <a:t> </a:t>
            </a:r>
            <a:r>
              <a:rPr lang="vi-VN" sz="1300" spc="0" dirty="0">
                <a:effectLst/>
                <a:latin typeface="Times New Roman" panose="02020603050405020304" pitchFamily="18" charset="0"/>
                <a:ea typeface="Wingdings" panose="05000000000000000000" pitchFamily="2" charset="2"/>
                <a:cs typeface="Wingdings" panose="05000000000000000000" pitchFamily="2" charset="2"/>
              </a:rPr>
              <a:t>repos</a:t>
            </a:r>
            <a:r>
              <a:rPr lang="vi-VN" sz="1300" spc="-20" dirty="0">
                <a:effectLst/>
                <a:latin typeface="Times New Roman" panose="02020603050405020304" pitchFamily="18" charset="0"/>
                <a:ea typeface="Wingdings" panose="05000000000000000000" pitchFamily="2" charset="2"/>
                <a:cs typeface="Wingdings" panose="05000000000000000000" pitchFamily="2" charset="2"/>
              </a:rPr>
              <a:t> </a:t>
            </a:r>
            <a:r>
              <a:rPr lang="vi-VN" sz="1300" spc="-25" dirty="0">
                <a:effectLst/>
                <a:latin typeface="Times New Roman" panose="02020603050405020304" pitchFamily="18" charset="0"/>
                <a:ea typeface="Wingdings" panose="05000000000000000000" pitchFamily="2" charset="2"/>
                <a:cs typeface="Wingdings" panose="05000000000000000000" pitchFamily="2" charset="2"/>
              </a:rPr>
              <a:t>wc1</a:t>
            </a:r>
            <a:endParaRPr lang="en-US" sz="1100" spc="0" dirty="0">
              <a:effectLst/>
              <a:latin typeface="Times New Roman" panose="02020603050405020304" pitchFamily="18" charset="0"/>
              <a:ea typeface="Wingdings" panose="05000000000000000000" pitchFamily="2" charset="2"/>
              <a:cs typeface="Wingdings" panose="05000000000000000000" pitchFamily="2" charset="2"/>
            </a:endParaRPr>
          </a:p>
          <a:p>
            <a:pPr marL="1143000" marR="0" lvl="2" indent="-228600" algn="just">
              <a:lnSpc>
                <a:spcPct val="150000"/>
              </a:lnSpc>
              <a:spcBef>
                <a:spcPts val="750"/>
              </a:spcBef>
              <a:spcAft>
                <a:spcPts val="0"/>
              </a:spcAft>
              <a:buSzPts val="1300"/>
              <a:buFont typeface="Wingdings" panose="05000000000000000000" pitchFamily="2" charset="2"/>
              <a:buChar char=""/>
              <a:tabLst>
                <a:tab pos="1370965" algn="l"/>
              </a:tabLst>
            </a:pPr>
            <a:r>
              <a:rPr lang="vi-VN" sz="1300" spc="0" dirty="0">
                <a:effectLst/>
                <a:latin typeface="Times New Roman" panose="02020603050405020304" pitchFamily="18" charset="0"/>
                <a:ea typeface="Wingdings" panose="05000000000000000000" pitchFamily="2" charset="2"/>
                <a:cs typeface="Wingdings" panose="05000000000000000000" pitchFamily="2" charset="2"/>
              </a:rPr>
              <a:t>git</a:t>
            </a:r>
            <a:r>
              <a:rPr lang="vi-VN" sz="1300" spc="-35" dirty="0">
                <a:effectLst/>
                <a:latin typeface="Times New Roman" panose="02020603050405020304" pitchFamily="18" charset="0"/>
                <a:ea typeface="Wingdings" panose="05000000000000000000" pitchFamily="2" charset="2"/>
                <a:cs typeface="Wingdings" panose="05000000000000000000" pitchFamily="2" charset="2"/>
              </a:rPr>
              <a:t> </a:t>
            </a:r>
            <a:r>
              <a:rPr lang="vi-VN" sz="1300" spc="0" dirty="0">
                <a:effectLst/>
                <a:latin typeface="Times New Roman" panose="02020603050405020304" pitchFamily="18" charset="0"/>
                <a:ea typeface="Wingdings" panose="05000000000000000000" pitchFamily="2" charset="2"/>
                <a:cs typeface="Wingdings" panose="05000000000000000000" pitchFamily="2" charset="2"/>
              </a:rPr>
              <a:t>clone</a:t>
            </a:r>
            <a:r>
              <a:rPr lang="vi-VN" sz="1300" spc="-25" dirty="0">
                <a:effectLst/>
                <a:latin typeface="Times New Roman" panose="02020603050405020304" pitchFamily="18" charset="0"/>
                <a:ea typeface="Wingdings" panose="05000000000000000000" pitchFamily="2" charset="2"/>
                <a:cs typeface="Wingdings" panose="05000000000000000000" pitchFamily="2" charset="2"/>
              </a:rPr>
              <a:t> </a:t>
            </a:r>
            <a:r>
              <a:rPr lang="vi-VN" sz="1300" spc="0" dirty="0">
                <a:effectLst/>
                <a:latin typeface="Times New Roman" panose="02020603050405020304" pitchFamily="18" charset="0"/>
                <a:ea typeface="Wingdings" panose="05000000000000000000" pitchFamily="2" charset="2"/>
                <a:cs typeface="Wingdings" panose="05000000000000000000" pitchFamily="2" charset="2"/>
              </a:rPr>
              <a:t>repos</a:t>
            </a:r>
            <a:r>
              <a:rPr lang="vi-VN" sz="1300" spc="-20" dirty="0">
                <a:effectLst/>
                <a:latin typeface="Times New Roman" panose="02020603050405020304" pitchFamily="18" charset="0"/>
                <a:ea typeface="Wingdings" panose="05000000000000000000" pitchFamily="2" charset="2"/>
                <a:cs typeface="Wingdings" panose="05000000000000000000" pitchFamily="2" charset="2"/>
              </a:rPr>
              <a:t> </a:t>
            </a:r>
            <a:r>
              <a:rPr lang="vi-VN" sz="1300" spc="-25" dirty="0">
                <a:effectLst/>
                <a:latin typeface="Times New Roman" panose="02020603050405020304" pitchFamily="18" charset="0"/>
                <a:ea typeface="Wingdings" panose="05000000000000000000" pitchFamily="2" charset="2"/>
                <a:cs typeface="Wingdings" panose="05000000000000000000" pitchFamily="2" charset="2"/>
              </a:rPr>
              <a:t>wc2</a:t>
            </a:r>
            <a:endParaRPr lang="en-US" sz="1100" spc="0" dirty="0">
              <a:effectLst/>
              <a:latin typeface="Times New Roman" panose="02020603050405020304" pitchFamily="18" charset="0"/>
              <a:ea typeface="Wingdings" panose="05000000000000000000" pitchFamily="2" charset="2"/>
              <a:cs typeface="Wingdings" panose="05000000000000000000" pitchFamily="2" charset="2"/>
            </a:endParaRPr>
          </a:p>
          <a:p>
            <a:pPr marL="742950" marR="226695" lvl="1" indent="-285750" algn="just">
              <a:lnSpc>
                <a:spcPct val="150000"/>
              </a:lnSpc>
              <a:spcBef>
                <a:spcPts val="735"/>
              </a:spcBef>
              <a:spcAft>
                <a:spcPts val="0"/>
              </a:spcAft>
              <a:buSzPts val="1300"/>
              <a:buFont typeface="Courier New" panose="02070309020205020404" pitchFamily="49" charset="0"/>
              <a:buChar char="o"/>
              <a:tabLst>
                <a:tab pos="914400" algn="l"/>
              </a:tabLst>
            </a:pPr>
            <a:r>
              <a:rPr lang="vi-VN" sz="1300" b="1" spc="0" dirty="0">
                <a:effectLst/>
                <a:latin typeface="Times New Roman" panose="02020603050405020304" pitchFamily="18" charset="0"/>
                <a:ea typeface="Courier New" panose="02070309020205020404" pitchFamily="49" charset="0"/>
              </a:rPr>
              <a:t>Mô</a:t>
            </a:r>
            <a:r>
              <a:rPr lang="vi-VN" sz="1300" b="1" spc="-35" dirty="0">
                <a:effectLst/>
                <a:latin typeface="Times New Roman" panose="02020603050405020304" pitchFamily="18" charset="0"/>
                <a:ea typeface="Courier New" panose="02070309020205020404" pitchFamily="49" charset="0"/>
              </a:rPr>
              <a:t> </a:t>
            </a:r>
            <a:r>
              <a:rPr lang="vi-VN" sz="1300" b="1" spc="0" dirty="0">
                <a:effectLst/>
                <a:latin typeface="Times New Roman" panose="02020603050405020304" pitchFamily="18" charset="0"/>
                <a:ea typeface="Courier New" panose="02070309020205020404" pitchFamily="49" charset="0"/>
              </a:rPr>
              <a:t>phỏng:</a:t>
            </a:r>
            <a:r>
              <a:rPr lang="vi-VN" sz="1300" b="1" spc="-3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repos</a:t>
            </a:r>
            <a:r>
              <a:rPr lang="vi-VN" sz="1300" spc="-2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đóng</a:t>
            </a:r>
            <a:r>
              <a:rPr lang="vi-VN" sz="1300" spc="-2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vai</a:t>
            </a:r>
            <a:r>
              <a:rPr lang="vi-VN" sz="1300" spc="-3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trò</a:t>
            </a:r>
            <a:r>
              <a:rPr lang="vi-VN" sz="1300" spc="-3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Remote</a:t>
            </a:r>
            <a:r>
              <a:rPr lang="vi-VN" sz="1300" spc="-3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Repository</a:t>
            </a:r>
            <a:r>
              <a:rPr lang="vi-VN" sz="1300" spc="-3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(kho</a:t>
            </a:r>
            <a:r>
              <a:rPr lang="vi-VN" sz="1300" spc="-3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trung</a:t>
            </a:r>
            <a:r>
              <a:rPr lang="vi-VN" sz="1300" spc="-3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tâm),</a:t>
            </a:r>
            <a:r>
              <a:rPr lang="vi-VN" sz="1300" spc="-3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còn</a:t>
            </a:r>
            <a:r>
              <a:rPr lang="vi-VN" sz="1300" spc="-2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wc1 và wc2 là môi trường làm việc của 2 lập trình viên khác nhau.</a:t>
            </a:r>
            <a:endParaRPr lang="en-US" sz="1100" spc="0" dirty="0">
              <a:effectLst/>
              <a:latin typeface="Times New Roman" panose="02020603050405020304" pitchFamily="18" charset="0"/>
              <a:ea typeface="Courier New" panose="02070309020205020404" pitchFamily="49" charset="0"/>
            </a:endParaRPr>
          </a:p>
          <a:p>
            <a:pPr marL="742950" marR="0" lvl="1" indent="-285750" algn="just">
              <a:lnSpc>
                <a:spcPct val="150000"/>
              </a:lnSpc>
              <a:spcBef>
                <a:spcPts val="195"/>
              </a:spcBef>
              <a:spcAft>
                <a:spcPts val="0"/>
              </a:spcAft>
              <a:buSzPts val="1300"/>
              <a:buFont typeface="Courier New" panose="02070309020205020404" pitchFamily="49" charset="0"/>
              <a:buChar char="o"/>
              <a:tabLst>
                <a:tab pos="913765" algn="l"/>
              </a:tabLst>
            </a:pPr>
            <a:r>
              <a:rPr lang="vi-VN" sz="1300" b="1" kern="0" spc="0" dirty="0">
                <a:effectLst/>
                <a:latin typeface="Times New Roman" panose="02020603050405020304" pitchFamily="18" charset="0"/>
                <a:ea typeface="Courier New" panose="02070309020205020404" pitchFamily="49" charset="0"/>
              </a:rPr>
              <a:t>Bước</a:t>
            </a:r>
            <a:r>
              <a:rPr lang="vi-VN" sz="1300" b="1" kern="0" spc="-25" dirty="0">
                <a:effectLst/>
                <a:latin typeface="Times New Roman" panose="02020603050405020304" pitchFamily="18" charset="0"/>
                <a:ea typeface="Courier New" panose="02070309020205020404" pitchFamily="49" charset="0"/>
              </a:rPr>
              <a:t> </a:t>
            </a:r>
            <a:r>
              <a:rPr lang="vi-VN" sz="1300" b="1" kern="0" spc="0" dirty="0">
                <a:effectLst/>
                <a:latin typeface="Times New Roman" panose="02020603050405020304" pitchFamily="18" charset="0"/>
                <a:ea typeface="Courier New" panose="02070309020205020404" pitchFamily="49" charset="0"/>
              </a:rPr>
              <a:t>2</a:t>
            </a:r>
            <a:r>
              <a:rPr lang="vi-VN" sz="1300" b="1" kern="0" spc="-25" dirty="0">
                <a:effectLst/>
                <a:latin typeface="Times New Roman" panose="02020603050405020304" pitchFamily="18" charset="0"/>
                <a:ea typeface="Courier New" panose="02070309020205020404" pitchFamily="49" charset="0"/>
              </a:rPr>
              <a:t> </a:t>
            </a:r>
            <a:r>
              <a:rPr lang="vi-VN" sz="1300" b="1" kern="0" spc="0" dirty="0">
                <a:effectLst/>
                <a:latin typeface="Times New Roman" panose="02020603050405020304" pitchFamily="18" charset="0"/>
                <a:ea typeface="Courier New" panose="02070309020205020404" pitchFamily="49" charset="0"/>
              </a:rPr>
              <a:t>(Xử</a:t>
            </a:r>
            <a:r>
              <a:rPr lang="vi-VN" sz="1300" b="1" kern="0" spc="-25" dirty="0">
                <a:effectLst/>
                <a:latin typeface="Times New Roman" panose="02020603050405020304" pitchFamily="18" charset="0"/>
                <a:ea typeface="Courier New" panose="02070309020205020404" pitchFamily="49" charset="0"/>
              </a:rPr>
              <a:t> </a:t>
            </a:r>
            <a:r>
              <a:rPr lang="vi-VN" sz="1300" b="1" kern="0" spc="0" dirty="0">
                <a:effectLst/>
                <a:latin typeface="Times New Roman" panose="02020603050405020304" pitchFamily="18" charset="0"/>
                <a:ea typeface="Courier New" panose="02070309020205020404" pitchFamily="49" charset="0"/>
              </a:rPr>
              <a:t>lý</a:t>
            </a:r>
            <a:r>
              <a:rPr lang="vi-VN" sz="1300" b="1" kern="0" spc="-10" dirty="0">
                <a:effectLst/>
                <a:latin typeface="Times New Roman" panose="02020603050405020304" pitchFamily="18" charset="0"/>
                <a:ea typeface="Courier New" panose="02070309020205020404" pitchFamily="49" charset="0"/>
              </a:rPr>
              <a:t> Conflict):</a:t>
            </a:r>
            <a:endParaRPr lang="en-US" sz="1300" b="1" kern="0" spc="0" dirty="0">
              <a:effectLst/>
              <a:latin typeface="Times New Roman" panose="02020603050405020304" pitchFamily="18" charset="0"/>
              <a:ea typeface="Courier New" panose="02070309020205020404" pitchFamily="49" charset="0"/>
            </a:endParaRPr>
          </a:p>
          <a:p>
            <a:pPr marL="342900" marR="226060" lvl="0" indent="-342900" algn="just">
              <a:lnSpc>
                <a:spcPct val="150000"/>
              </a:lnSpc>
              <a:spcBef>
                <a:spcPts val="645"/>
              </a:spcBef>
              <a:spcAft>
                <a:spcPts val="0"/>
              </a:spcAft>
              <a:buSzPts val="1300"/>
              <a:buFont typeface="Symbol" panose="05050102010706020507" pitchFamily="18" charset="2"/>
              <a:buChar char=""/>
              <a:tabLst>
                <a:tab pos="457200" algn="l"/>
              </a:tabLst>
            </a:pPr>
            <a:r>
              <a:rPr lang="vi-VN" sz="1300" spc="0" dirty="0">
                <a:effectLst/>
                <a:latin typeface="Times New Roman" panose="02020603050405020304" pitchFamily="18" charset="0"/>
                <a:ea typeface="Symbol" panose="05050102010706020507" pitchFamily="18" charset="2"/>
                <a:cs typeface="Symbol" panose="05050102010706020507" pitchFamily="18" charset="2"/>
              </a:rPr>
              <a:t>Chép file Scanner.java, CharacterStream.java vào wc1, đẩy lên repos, rồi đồng bộ về wc2.</a:t>
            </a:r>
            <a:endParaRPr lang="en-US" sz="1100" spc="0" dirty="0">
              <a:effectLst/>
              <a:latin typeface="Times New Roman" panose="02020603050405020304" pitchFamily="18" charset="0"/>
              <a:ea typeface="Symbol" panose="05050102010706020507" pitchFamily="18" charset="2"/>
              <a:cs typeface="Symbol" panose="05050102010706020507" pitchFamily="18" charset="2"/>
            </a:endParaRPr>
          </a:p>
          <a:p>
            <a:pPr marL="342900" marR="227330" lvl="0" indent="-342900" algn="just">
              <a:lnSpc>
                <a:spcPct val="150000"/>
              </a:lnSpc>
              <a:spcBef>
                <a:spcPts val="45"/>
              </a:spcBef>
              <a:spcAft>
                <a:spcPts val="0"/>
              </a:spcAft>
              <a:buSzPts val="1300"/>
              <a:buFont typeface="Symbol" panose="05050102010706020507" pitchFamily="18" charset="2"/>
              <a:buChar char=""/>
              <a:tabLst>
                <a:tab pos="457200" algn="l"/>
              </a:tabLst>
            </a:pPr>
            <a:r>
              <a:rPr lang="vi-VN" sz="1300" spc="0" dirty="0">
                <a:effectLst/>
                <a:latin typeface="Times New Roman" panose="02020603050405020304" pitchFamily="18" charset="0"/>
                <a:ea typeface="Symbol" panose="05050102010706020507" pitchFamily="18" charset="2"/>
                <a:cs typeface="Symbol" panose="05050102010706020507" pitchFamily="18" charset="2"/>
              </a:rPr>
              <a:t>Chỉnh sửa file Scanner.java tại cả 2 thư mục wc1 và wc2 với nội dung khác nhau (như trong ảnh mô tả) để tạo ra </a:t>
            </a:r>
            <a:r>
              <a:rPr lang="vi-VN" sz="1300" b="1" spc="0" dirty="0">
                <a:effectLst/>
                <a:latin typeface="Times New Roman" panose="02020603050405020304" pitchFamily="18" charset="0"/>
                <a:ea typeface="Symbol" panose="05050102010706020507" pitchFamily="18" charset="2"/>
                <a:cs typeface="Symbol" panose="05050102010706020507" pitchFamily="18" charset="2"/>
              </a:rPr>
              <a:t>xung đột (conflict) </a:t>
            </a:r>
            <a:r>
              <a:rPr lang="vi-VN" sz="1300" spc="0" dirty="0">
                <a:effectLst/>
                <a:latin typeface="Times New Roman" panose="02020603050405020304" pitchFamily="18" charset="0"/>
                <a:ea typeface="Symbol" panose="05050102010706020507" pitchFamily="18" charset="2"/>
                <a:cs typeface="Symbol" panose="05050102010706020507" pitchFamily="18" charset="2"/>
              </a:rPr>
              <a:t>khi đẩy lên kho chung.</a:t>
            </a:r>
            <a:endParaRPr lang="en-US" sz="1100" spc="0" dirty="0">
              <a:effectLst/>
              <a:latin typeface="Times New Roman" panose="02020603050405020304" pitchFamily="18" charset="0"/>
              <a:ea typeface="Symbol" panose="05050102010706020507" pitchFamily="18" charset="2"/>
              <a:cs typeface="Symbol" panose="05050102010706020507" pitchFamily="18" charset="2"/>
            </a:endParaRPr>
          </a:p>
          <a:p>
            <a:pPr marL="742950" marR="226060" lvl="1" indent="-285750" algn="just">
              <a:lnSpc>
                <a:spcPct val="150000"/>
              </a:lnSpc>
              <a:spcBef>
                <a:spcPts val="60"/>
              </a:spcBef>
              <a:spcAft>
                <a:spcPts val="0"/>
              </a:spcAft>
              <a:buSzPts val="1300"/>
              <a:buFont typeface="Courier New" panose="02070309020205020404" pitchFamily="49" charset="0"/>
              <a:buChar char="o"/>
              <a:tabLst>
                <a:tab pos="914400" algn="l"/>
              </a:tabLst>
            </a:pPr>
            <a:r>
              <a:rPr lang="vi-VN" sz="1300" b="1" spc="0" dirty="0">
                <a:effectLst/>
                <a:latin typeface="Times New Roman" panose="02020603050405020304" pitchFamily="18" charset="0"/>
                <a:ea typeface="Courier New" panose="02070309020205020404" pitchFamily="49" charset="0"/>
              </a:rPr>
              <a:t>Bước</a:t>
            </a:r>
            <a:r>
              <a:rPr lang="vi-VN" sz="1300" b="1" spc="-55" dirty="0">
                <a:effectLst/>
                <a:latin typeface="Times New Roman" panose="02020603050405020304" pitchFamily="18" charset="0"/>
                <a:ea typeface="Courier New" panose="02070309020205020404" pitchFamily="49" charset="0"/>
              </a:rPr>
              <a:t> </a:t>
            </a:r>
            <a:r>
              <a:rPr lang="vi-VN" sz="1300" b="1" spc="0" dirty="0">
                <a:effectLst/>
                <a:latin typeface="Times New Roman" panose="02020603050405020304" pitchFamily="18" charset="0"/>
                <a:ea typeface="Courier New" panose="02070309020205020404" pitchFamily="49" charset="0"/>
              </a:rPr>
              <a:t>3</a:t>
            </a:r>
            <a:r>
              <a:rPr lang="vi-VN" sz="1300" b="1" spc="-55" dirty="0">
                <a:effectLst/>
                <a:latin typeface="Times New Roman" panose="02020603050405020304" pitchFamily="18" charset="0"/>
                <a:ea typeface="Courier New" panose="02070309020205020404" pitchFamily="49" charset="0"/>
              </a:rPr>
              <a:t> </a:t>
            </a:r>
            <a:r>
              <a:rPr lang="vi-VN" sz="1300" b="1" spc="0" dirty="0">
                <a:effectLst/>
                <a:latin typeface="Times New Roman" panose="02020603050405020304" pitchFamily="18" charset="0"/>
                <a:ea typeface="Courier New" panose="02070309020205020404" pitchFamily="49" charset="0"/>
              </a:rPr>
              <a:t>(Tagging):</a:t>
            </a:r>
            <a:r>
              <a:rPr lang="vi-VN" sz="1300" b="1" spc="-5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Tại</a:t>
            </a:r>
            <a:r>
              <a:rPr lang="vi-VN" sz="1300" spc="-4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wc1,</a:t>
            </a:r>
            <a:r>
              <a:rPr lang="vi-VN" sz="1300" spc="-5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tạo</a:t>
            </a:r>
            <a:r>
              <a:rPr lang="vi-VN" sz="1300" spc="-5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bản</a:t>
            </a:r>
            <a:r>
              <a:rPr lang="vi-VN" sz="1300" spc="-5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chụp</a:t>
            </a:r>
            <a:r>
              <a:rPr lang="vi-VN" sz="1300" spc="-5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(tag)</a:t>
            </a:r>
            <a:r>
              <a:rPr lang="vi-VN" sz="1300" spc="-5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tên</a:t>
            </a:r>
            <a:r>
              <a:rPr lang="vi-VN" sz="1300" spc="-5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là</a:t>
            </a:r>
            <a:r>
              <a:rPr lang="vi-VN" sz="1300" spc="-5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v1.4.0</a:t>
            </a:r>
            <a:r>
              <a:rPr lang="vi-VN" sz="1300" spc="-5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và</a:t>
            </a:r>
            <a:r>
              <a:rPr lang="vi-VN" sz="1300" spc="-5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đẩy</a:t>
            </a:r>
            <a:r>
              <a:rPr lang="vi-VN" sz="1300" spc="-5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lên</a:t>
            </a:r>
            <a:r>
              <a:rPr lang="vi-VN" sz="1300" spc="-5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trung </a:t>
            </a:r>
            <a:r>
              <a:rPr lang="vi-VN" sz="1300" spc="-20" dirty="0">
                <a:effectLst/>
                <a:latin typeface="Times New Roman" panose="02020603050405020304" pitchFamily="18" charset="0"/>
                <a:ea typeface="Courier New" panose="02070309020205020404" pitchFamily="49" charset="0"/>
              </a:rPr>
              <a:t>tâm.</a:t>
            </a:r>
            <a:endParaRPr lang="en-US" sz="1100" spc="0" dirty="0">
              <a:effectLst/>
              <a:latin typeface="Times New Roman" panose="02020603050405020304" pitchFamily="18" charset="0"/>
              <a:ea typeface="Courier New" panose="02070309020205020404" pitchFamily="49" charset="0"/>
            </a:endParaRPr>
          </a:p>
          <a:p>
            <a:pPr marL="742950" marR="227965" lvl="1" indent="-285750" algn="just">
              <a:lnSpc>
                <a:spcPct val="150000"/>
              </a:lnSpc>
              <a:spcBef>
                <a:spcPts val="195"/>
              </a:spcBef>
              <a:spcAft>
                <a:spcPts val="0"/>
              </a:spcAft>
              <a:buSzPts val="1300"/>
              <a:buFont typeface="Courier New" panose="02070309020205020404" pitchFamily="49" charset="0"/>
              <a:buChar char="o"/>
              <a:tabLst>
                <a:tab pos="914400" algn="l"/>
              </a:tabLst>
            </a:pPr>
            <a:r>
              <a:rPr lang="vi-VN" sz="1300" b="1" spc="0" dirty="0">
                <a:effectLst/>
                <a:latin typeface="Times New Roman" panose="02020603050405020304" pitchFamily="18" charset="0"/>
                <a:ea typeface="Courier New" panose="02070309020205020404" pitchFamily="49" charset="0"/>
              </a:rPr>
              <a:t>Bước 4 &amp; 5 (Branching): </a:t>
            </a:r>
            <a:r>
              <a:rPr lang="vi-VN" sz="1300" spc="0" dirty="0">
                <a:effectLst/>
                <a:latin typeface="Times New Roman" panose="02020603050405020304" pitchFamily="18" charset="0"/>
                <a:ea typeface="Courier New" panose="02070309020205020404" pitchFamily="49" charset="0"/>
              </a:rPr>
              <a:t>Tại wc1, tạo nhánh mới v1.4.0-bugfix, thêm file BufferedStream.java và đẩy nhánh này lên.</a:t>
            </a:r>
            <a:endParaRPr lang="en-US" sz="1100" spc="0" dirty="0">
              <a:effectLst/>
              <a:latin typeface="Times New Roman" panose="02020603050405020304" pitchFamily="18" charset="0"/>
              <a:ea typeface="Courier New" panose="02070309020205020404" pitchFamily="49" charset="0"/>
            </a:endParaRPr>
          </a:p>
          <a:p>
            <a:pPr marL="742950" marR="227965" lvl="1" indent="-285750" algn="just">
              <a:lnSpc>
                <a:spcPct val="150000"/>
              </a:lnSpc>
              <a:spcBef>
                <a:spcPts val="180"/>
              </a:spcBef>
              <a:spcAft>
                <a:spcPts val="0"/>
              </a:spcAft>
              <a:buSzPts val="1300"/>
              <a:buFont typeface="Courier New" panose="02070309020205020404" pitchFamily="49" charset="0"/>
              <a:buChar char="o"/>
              <a:tabLst>
                <a:tab pos="914400" algn="l"/>
              </a:tabLst>
            </a:pPr>
            <a:r>
              <a:rPr lang="vi-VN" sz="1300" b="1" spc="0" dirty="0">
                <a:effectLst/>
                <a:latin typeface="Times New Roman" panose="02020603050405020304" pitchFamily="18" charset="0"/>
                <a:ea typeface="Courier New" panose="02070309020205020404" pitchFamily="49" charset="0"/>
              </a:rPr>
              <a:t>Bước 6 &amp; 7 (Merge): </a:t>
            </a:r>
            <a:r>
              <a:rPr lang="vi-VN" sz="1300" spc="0" dirty="0">
                <a:effectLst/>
                <a:latin typeface="Times New Roman" panose="02020603050405020304" pitchFamily="18" charset="0"/>
                <a:ea typeface="Courier New" panose="02070309020205020404" pitchFamily="49" charset="0"/>
              </a:rPr>
              <a:t>So sánh sự khác nhau giữa nhánh chính và nhánh bugfix; sau đó tại wc2, thực hiện gộp nhánh v1.4.0-bugfix vào nhánh chính và đẩy kết quả lên.</a:t>
            </a:r>
            <a:endParaRPr lang="en-US" sz="1100" spc="0" dirty="0">
              <a:effectLst/>
              <a:latin typeface="Times New Roman" panose="02020603050405020304" pitchFamily="18" charset="0"/>
              <a:ea typeface="Courier New" panose="02070309020205020404" pitchFamily="49" charset="0"/>
            </a:endParaRPr>
          </a:p>
          <a:p>
            <a:pPr marL="742950" marR="0" lvl="1" indent="-285750" algn="just">
              <a:lnSpc>
                <a:spcPct val="150000"/>
              </a:lnSpc>
              <a:spcBef>
                <a:spcPts val="120"/>
              </a:spcBef>
              <a:spcAft>
                <a:spcPts val="0"/>
              </a:spcAft>
              <a:buSzPts val="1300"/>
              <a:buFont typeface="Courier New" panose="02070309020205020404" pitchFamily="49" charset="0"/>
              <a:buChar char="o"/>
              <a:tabLst>
                <a:tab pos="913765" algn="l"/>
              </a:tabLst>
            </a:pPr>
            <a:r>
              <a:rPr lang="vi-VN" sz="1300" b="1" spc="0" dirty="0">
                <a:effectLst/>
                <a:latin typeface="Times New Roman" panose="02020603050405020304" pitchFamily="18" charset="0"/>
                <a:ea typeface="Courier New" panose="02070309020205020404" pitchFamily="49" charset="0"/>
              </a:rPr>
              <a:t>Bước</a:t>
            </a:r>
            <a:r>
              <a:rPr lang="vi-VN" sz="1300" b="1" spc="-25" dirty="0">
                <a:effectLst/>
                <a:latin typeface="Times New Roman" panose="02020603050405020304" pitchFamily="18" charset="0"/>
                <a:ea typeface="Courier New" panose="02070309020205020404" pitchFamily="49" charset="0"/>
              </a:rPr>
              <a:t> </a:t>
            </a:r>
            <a:r>
              <a:rPr lang="vi-VN" sz="1300" b="1" spc="0" dirty="0">
                <a:effectLst/>
                <a:latin typeface="Times New Roman" panose="02020603050405020304" pitchFamily="18" charset="0"/>
                <a:ea typeface="Courier New" panose="02070309020205020404" pitchFamily="49" charset="0"/>
              </a:rPr>
              <a:t>8:</a:t>
            </a:r>
            <a:r>
              <a:rPr lang="vi-VN" sz="1300" b="1" spc="-1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Xuất</a:t>
            </a:r>
            <a:r>
              <a:rPr lang="vi-VN" sz="1300" spc="-1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toàn</a:t>
            </a:r>
            <a:r>
              <a:rPr lang="vi-VN" sz="1300" spc="-2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bộ</a:t>
            </a:r>
            <a:r>
              <a:rPr lang="vi-VN" sz="1300" spc="-1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logs,</a:t>
            </a:r>
            <a:r>
              <a:rPr lang="vi-VN" sz="1300" spc="-2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branches</a:t>
            </a:r>
            <a:r>
              <a:rPr lang="vi-VN" sz="1300" spc="-2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và</a:t>
            </a:r>
            <a:r>
              <a:rPr lang="vi-VN" sz="1300" spc="-2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tags</a:t>
            </a:r>
            <a:r>
              <a:rPr lang="vi-VN" sz="1300" spc="-2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của</a:t>
            </a:r>
            <a:r>
              <a:rPr lang="vi-VN" sz="1300" spc="-2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cả</a:t>
            </a:r>
            <a:r>
              <a:rPr lang="vi-VN" sz="1300" spc="-2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3</a:t>
            </a:r>
            <a:r>
              <a:rPr lang="vi-VN" sz="1300" spc="-2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thư</a:t>
            </a:r>
            <a:r>
              <a:rPr lang="vi-VN" sz="1300" spc="-2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mục</a:t>
            </a:r>
            <a:r>
              <a:rPr lang="vi-VN" sz="1300" spc="-10"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ra</a:t>
            </a:r>
            <a:r>
              <a:rPr lang="vi-VN" sz="1300" spc="-25" dirty="0">
                <a:effectLst/>
                <a:latin typeface="Times New Roman" panose="02020603050405020304" pitchFamily="18" charset="0"/>
                <a:ea typeface="Courier New" panose="02070309020205020404" pitchFamily="49" charset="0"/>
              </a:rPr>
              <a:t> </a:t>
            </a:r>
            <a:r>
              <a:rPr lang="vi-VN" sz="1300" spc="0" dirty="0">
                <a:effectLst/>
                <a:latin typeface="Times New Roman" panose="02020603050405020304" pitchFamily="18" charset="0"/>
                <a:ea typeface="Courier New" panose="02070309020205020404" pitchFamily="49" charset="0"/>
              </a:rPr>
              <a:t>màn</a:t>
            </a:r>
            <a:r>
              <a:rPr lang="vi-VN" sz="1300" spc="-5" dirty="0">
                <a:effectLst/>
                <a:latin typeface="Times New Roman" panose="02020603050405020304" pitchFamily="18" charset="0"/>
                <a:ea typeface="Courier New" panose="02070309020205020404" pitchFamily="49" charset="0"/>
              </a:rPr>
              <a:t> </a:t>
            </a:r>
            <a:r>
              <a:rPr lang="vi-VN" sz="1300" spc="-10" dirty="0">
                <a:effectLst/>
                <a:latin typeface="Times New Roman" panose="02020603050405020304" pitchFamily="18" charset="0"/>
                <a:ea typeface="Courier New" panose="02070309020205020404" pitchFamily="49" charset="0"/>
              </a:rPr>
              <a:t>hình.</a:t>
            </a:r>
            <a:endParaRPr lang="en-US" sz="1100" spc="0" dirty="0">
              <a:effectLst/>
              <a:latin typeface="Times New Roman" panose="02020603050405020304" pitchFamily="18" charset="0"/>
              <a:ea typeface="Courier New" panose="02070309020205020404" pitchFamily="49" charset="0"/>
            </a:endParaRPr>
          </a:p>
        </p:txBody>
      </p:sp>
      <p:sp>
        <p:nvSpPr>
          <p:cNvPr id="5" name="Rectangle 4">
            <a:extLst>
              <a:ext uri="{FF2B5EF4-FFF2-40B4-BE49-F238E27FC236}">
                <a16:creationId xmlns:a16="http://schemas.microsoft.com/office/drawing/2014/main" id="{B426E2AA-7FE8-422A-96E6-BB47C93EE5C5}"/>
              </a:ext>
            </a:extLst>
          </p:cNvPr>
          <p:cNvSpPr/>
          <p:nvPr/>
        </p:nvSpPr>
        <p:spPr>
          <a:xfrm>
            <a:off x="2071371" y="438294"/>
            <a:ext cx="3612207" cy="523220"/>
          </a:xfrm>
          <a:prstGeom prst="rect">
            <a:avLst/>
          </a:prstGeom>
        </p:spPr>
        <p:txBody>
          <a:bodyPr wrap="none">
            <a:spAutoFit/>
          </a:bodyPr>
          <a:lstStyle/>
          <a:p>
            <a:pPr marL="228600" marR="0" indent="0">
              <a:spcBef>
                <a:spcPts val="310"/>
              </a:spcBef>
              <a:spcAft>
                <a:spcPts val="0"/>
              </a:spcAft>
            </a:pPr>
            <a:r>
              <a:rPr lang="vi-VN" sz="2800" b="1" kern="0" dirty="0">
                <a:effectLst/>
                <a:latin typeface="Times New Roman" panose="02020603050405020304" pitchFamily="18" charset="0"/>
                <a:ea typeface="Times New Roman" panose="02020603050405020304" pitchFamily="18" charset="0"/>
              </a:rPr>
              <a:t>Câu</a:t>
            </a:r>
            <a:r>
              <a:rPr lang="vi-VN" sz="2800" b="1" kern="0" spc="-25" dirty="0">
                <a:effectLst/>
                <a:latin typeface="Times New Roman" panose="02020603050405020304" pitchFamily="18" charset="0"/>
                <a:ea typeface="Times New Roman" panose="02020603050405020304" pitchFamily="18" charset="0"/>
              </a:rPr>
              <a:t> </a:t>
            </a:r>
            <a:r>
              <a:rPr lang="vi-VN" sz="2800" b="1" kern="0" dirty="0">
                <a:effectLst/>
                <a:latin typeface="Times New Roman" panose="02020603050405020304" pitchFamily="18" charset="0"/>
                <a:ea typeface="Times New Roman" panose="02020603050405020304" pitchFamily="18" charset="0"/>
              </a:rPr>
              <a:t>3.</a:t>
            </a:r>
            <a:r>
              <a:rPr lang="vi-VN" sz="2800" b="1" kern="0" spc="-20" dirty="0">
                <a:effectLst/>
                <a:latin typeface="Times New Roman" panose="02020603050405020304" pitchFamily="18" charset="0"/>
                <a:ea typeface="Times New Roman" panose="02020603050405020304" pitchFamily="18" charset="0"/>
              </a:rPr>
              <a:t> </a:t>
            </a:r>
            <a:r>
              <a:rPr lang="vi-VN" sz="2800" b="1" kern="0" dirty="0">
                <a:effectLst/>
                <a:latin typeface="Times New Roman" panose="02020603050405020304" pitchFamily="18" charset="0"/>
                <a:ea typeface="Times New Roman" panose="02020603050405020304" pitchFamily="18" charset="0"/>
              </a:rPr>
              <a:t>Git</a:t>
            </a:r>
            <a:r>
              <a:rPr lang="vi-VN" sz="2800" b="1" kern="0" spc="-20" dirty="0">
                <a:effectLst/>
                <a:latin typeface="Times New Roman" panose="02020603050405020304" pitchFamily="18" charset="0"/>
                <a:ea typeface="Times New Roman" panose="02020603050405020304" pitchFamily="18" charset="0"/>
              </a:rPr>
              <a:t> </a:t>
            </a:r>
            <a:r>
              <a:rPr lang="vi-VN" sz="2800" b="1" kern="0" dirty="0">
                <a:effectLst/>
                <a:latin typeface="Times New Roman" panose="02020603050405020304" pitchFamily="18" charset="0"/>
                <a:ea typeface="Times New Roman" panose="02020603050405020304" pitchFamily="18" charset="0"/>
              </a:rPr>
              <a:t>(2.5</a:t>
            </a:r>
            <a:r>
              <a:rPr lang="vi-VN" sz="2800" b="1" kern="0" spc="-20" dirty="0">
                <a:effectLst/>
                <a:latin typeface="Times New Roman" panose="02020603050405020304" pitchFamily="18" charset="0"/>
                <a:ea typeface="Times New Roman" panose="02020603050405020304" pitchFamily="18" charset="0"/>
              </a:rPr>
              <a:t> </a:t>
            </a:r>
            <a:r>
              <a:rPr lang="vi-VN" sz="2800" b="1" kern="0" spc="-10" dirty="0">
                <a:effectLst/>
                <a:latin typeface="Times New Roman" panose="02020603050405020304" pitchFamily="18" charset="0"/>
                <a:ea typeface="Times New Roman" panose="02020603050405020304" pitchFamily="18" charset="0"/>
              </a:rPr>
              <a:t>điểm)</a:t>
            </a:r>
            <a:endParaRPr lang="en-US" sz="2800" b="1" kern="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44012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D730B8-47ED-4A9E-A7F3-024069BE1D51}"/>
              </a:ext>
            </a:extLst>
          </p:cNvPr>
          <p:cNvSpPr>
            <a:spLocks noGrp="1"/>
          </p:cNvSpPr>
          <p:nvPr>
            <p:ph type="dt" sz="half" idx="10"/>
          </p:nvPr>
        </p:nvSpPr>
        <p:spPr/>
        <p:txBody>
          <a:bodyPr/>
          <a:lstStyle/>
          <a:p>
            <a:fld id="{EF3DA921-DB24-498A-844E-FA273BF06464}" type="datetime1">
              <a:rPr lang="en-US" smtClean="0"/>
              <a:t>3/24/2026</a:t>
            </a:fld>
            <a:endParaRPr lang="en-US"/>
          </a:p>
        </p:txBody>
      </p:sp>
      <p:sp>
        <p:nvSpPr>
          <p:cNvPr id="3" name="Slide Number Placeholder 2">
            <a:extLst>
              <a:ext uri="{FF2B5EF4-FFF2-40B4-BE49-F238E27FC236}">
                <a16:creationId xmlns:a16="http://schemas.microsoft.com/office/drawing/2014/main" id="{94851982-63EE-44DE-AA1B-ACC9E5A8C89D}"/>
              </a:ext>
            </a:extLst>
          </p:cNvPr>
          <p:cNvSpPr>
            <a:spLocks noGrp="1"/>
          </p:cNvSpPr>
          <p:nvPr>
            <p:ph type="sldNum" sz="quarter" idx="12"/>
          </p:nvPr>
        </p:nvSpPr>
        <p:spPr/>
        <p:txBody>
          <a:bodyPr/>
          <a:lstStyle/>
          <a:p>
            <a:fld id="{9CA15AB1-5F5C-44DD-B925-07AC0698D190}" type="slidenum">
              <a:rPr lang="en-US" smtClean="0"/>
              <a:pPr/>
              <a:t>6</a:t>
            </a:fld>
            <a:r>
              <a:rPr lang="en-US"/>
              <a:t> / 7 </a:t>
            </a:r>
            <a:endParaRPr lang="en-US" dirty="0"/>
          </a:p>
        </p:txBody>
      </p:sp>
      <p:sp>
        <p:nvSpPr>
          <p:cNvPr id="4" name="Rectangle 3">
            <a:extLst>
              <a:ext uri="{FF2B5EF4-FFF2-40B4-BE49-F238E27FC236}">
                <a16:creationId xmlns:a16="http://schemas.microsoft.com/office/drawing/2014/main" id="{7E396988-B23B-4F32-AAA4-6D49F5E9E0DA}"/>
              </a:ext>
            </a:extLst>
          </p:cNvPr>
          <p:cNvSpPr/>
          <p:nvPr/>
        </p:nvSpPr>
        <p:spPr>
          <a:xfrm>
            <a:off x="345141" y="1137126"/>
            <a:ext cx="11846859" cy="5759910"/>
          </a:xfrm>
          <a:prstGeom prst="rect">
            <a:avLst/>
          </a:prstGeom>
        </p:spPr>
        <p:txBody>
          <a:bodyPr wrap="square">
            <a:spAutoFit/>
          </a:bodyPr>
          <a:lstStyle/>
          <a:p>
            <a:pPr>
              <a:spcBef>
                <a:spcPts val="660"/>
              </a:spcBef>
            </a:pPr>
            <a:r>
              <a:rPr lang="vi-VN" sz="1400" b="1" dirty="0">
                <a:effectLst/>
                <a:latin typeface="Times New Roman" panose="02020603050405020304" pitchFamily="18" charset="0"/>
                <a:ea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endParaRPr>
          </a:p>
          <a:p>
            <a:pPr marL="228600" marR="0">
              <a:spcBef>
                <a:spcPts val="0"/>
              </a:spcBef>
              <a:spcAft>
                <a:spcPts val="0"/>
              </a:spcAft>
            </a:pPr>
            <a:r>
              <a:rPr lang="vi-VN" sz="1400" dirty="0">
                <a:effectLst/>
                <a:latin typeface="Times New Roman" panose="02020603050405020304" pitchFamily="18" charset="0"/>
                <a:ea typeface="Times New Roman" panose="02020603050405020304" pitchFamily="18" charset="0"/>
              </a:rPr>
              <a:t>Yêu</a:t>
            </a:r>
            <a:r>
              <a:rPr lang="vi-VN" sz="1400" spc="-2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cầu</a:t>
            </a:r>
            <a:r>
              <a:rPr lang="vi-VN" sz="1400" spc="-2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xây</a:t>
            </a:r>
            <a:r>
              <a:rPr lang="vi-VN" sz="1400" spc="-1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dựng</a:t>
            </a:r>
            <a:r>
              <a:rPr lang="vi-VN" sz="1400" spc="-2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sơ</a:t>
            </a:r>
            <a:r>
              <a:rPr lang="vi-VN" sz="1400" spc="-1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đồ</a:t>
            </a:r>
            <a:r>
              <a:rPr lang="vi-VN" sz="1400" spc="-15" dirty="0">
                <a:effectLst/>
                <a:latin typeface="Times New Roman" panose="02020603050405020304" pitchFamily="18" charset="0"/>
                <a:ea typeface="Times New Roman" panose="02020603050405020304" pitchFamily="18" charset="0"/>
              </a:rPr>
              <a:t> </a:t>
            </a:r>
            <a:r>
              <a:rPr lang="vi-VN" sz="1400" b="1" dirty="0">
                <a:effectLst/>
                <a:latin typeface="Times New Roman" panose="02020603050405020304" pitchFamily="18" charset="0"/>
                <a:ea typeface="Times New Roman" panose="02020603050405020304" pitchFamily="18" charset="0"/>
              </a:rPr>
              <a:t>Use-case</a:t>
            </a:r>
            <a:r>
              <a:rPr lang="vi-VN" sz="1400" b="1" spc="-1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cho</a:t>
            </a:r>
            <a:r>
              <a:rPr lang="vi-VN" sz="1400" spc="-20"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Hệ</a:t>
            </a:r>
            <a:r>
              <a:rPr lang="vi-VN" sz="1400" spc="-20"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thống</a:t>
            </a:r>
            <a:r>
              <a:rPr lang="vi-VN" sz="1400" spc="-2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quy</a:t>
            </a:r>
            <a:r>
              <a:rPr lang="vi-VN" sz="1400" spc="-2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trình</a:t>
            </a:r>
            <a:r>
              <a:rPr lang="vi-VN" sz="1400" spc="-2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tuyển</a:t>
            </a:r>
            <a:r>
              <a:rPr lang="vi-VN" sz="1400" spc="-15" dirty="0">
                <a:effectLst/>
                <a:latin typeface="Times New Roman" panose="02020603050405020304" pitchFamily="18" charset="0"/>
                <a:ea typeface="Times New Roman" panose="02020603050405020304" pitchFamily="18" charset="0"/>
              </a:rPr>
              <a:t> </a:t>
            </a:r>
            <a:r>
              <a:rPr lang="vi-VN" sz="1400" spc="-10" dirty="0">
                <a:effectLst/>
                <a:latin typeface="Times New Roman" panose="02020603050405020304" pitchFamily="18" charset="0"/>
                <a:ea typeface="Times New Roman" panose="02020603050405020304" pitchFamily="18" charset="0"/>
              </a:rPr>
              <a:t>dụng:</a:t>
            </a:r>
            <a:r>
              <a:rPr lang="vi-VN" sz="1400" dirty="0">
                <a:effectLst/>
                <a:latin typeface="Times New Roman" panose="02020603050405020304" pitchFamily="18" charset="0"/>
                <a:ea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endParaRPr>
          </a:p>
          <a:p>
            <a:pPr marL="742950" marR="229235" lvl="1" indent="-285750">
              <a:lnSpc>
                <a:spcPct val="150000"/>
              </a:lnSpc>
              <a:spcBef>
                <a:spcPts val="0"/>
              </a:spcBef>
              <a:spcAft>
                <a:spcPts val="0"/>
              </a:spcAft>
              <a:buSzPts val="1300"/>
              <a:buFont typeface="Times New Roman" panose="02020603050405020304" pitchFamily="18" charset="0"/>
              <a:buAutoNum type="arabicPeriod"/>
              <a:tabLst>
                <a:tab pos="685800" algn="l"/>
              </a:tabLst>
            </a:pPr>
            <a:r>
              <a:rPr lang="vi-VN" sz="1400" b="1" spc="0" dirty="0">
                <a:effectLst/>
                <a:latin typeface="Times New Roman" panose="02020603050405020304" pitchFamily="18" charset="0"/>
                <a:ea typeface="Times New Roman" panose="02020603050405020304" pitchFamily="18" charset="0"/>
              </a:rPr>
              <a:t>Các</a:t>
            </a:r>
            <a:r>
              <a:rPr lang="vi-VN" sz="1400" b="1" spc="-20" dirty="0">
                <a:effectLst/>
                <a:latin typeface="Times New Roman" panose="02020603050405020304" pitchFamily="18" charset="0"/>
                <a:ea typeface="Times New Roman" panose="02020603050405020304" pitchFamily="18" charset="0"/>
              </a:rPr>
              <a:t> </a:t>
            </a:r>
            <a:r>
              <a:rPr lang="vi-VN" sz="1400" b="1" spc="0" dirty="0">
                <a:effectLst/>
                <a:latin typeface="Times New Roman" panose="02020603050405020304" pitchFamily="18" charset="0"/>
                <a:ea typeface="Times New Roman" panose="02020603050405020304" pitchFamily="18" charset="0"/>
              </a:rPr>
              <a:t>tính</a:t>
            </a:r>
            <a:r>
              <a:rPr lang="vi-VN" sz="1400" b="1" spc="-10" dirty="0">
                <a:effectLst/>
                <a:latin typeface="Times New Roman" panose="02020603050405020304" pitchFamily="18" charset="0"/>
                <a:ea typeface="Times New Roman" panose="02020603050405020304" pitchFamily="18" charset="0"/>
              </a:rPr>
              <a:t> </a:t>
            </a:r>
            <a:r>
              <a:rPr lang="vi-VN" sz="1400" b="1" spc="0" dirty="0">
                <a:effectLst/>
                <a:latin typeface="Times New Roman" panose="02020603050405020304" pitchFamily="18" charset="0"/>
                <a:ea typeface="Times New Roman" panose="02020603050405020304" pitchFamily="18" charset="0"/>
              </a:rPr>
              <a:t>năng</a:t>
            </a:r>
            <a:r>
              <a:rPr lang="vi-VN" sz="1400" b="1" spc="-10" dirty="0">
                <a:effectLst/>
                <a:latin typeface="Times New Roman" panose="02020603050405020304" pitchFamily="18" charset="0"/>
                <a:ea typeface="Times New Roman" panose="02020603050405020304" pitchFamily="18" charset="0"/>
              </a:rPr>
              <a:t> </a:t>
            </a:r>
            <a:r>
              <a:rPr lang="vi-VN" sz="1400" b="1" spc="0" dirty="0">
                <a:effectLst/>
                <a:latin typeface="Times New Roman" panose="02020603050405020304" pitchFamily="18" charset="0"/>
                <a:ea typeface="Times New Roman" panose="02020603050405020304" pitchFamily="18" charset="0"/>
              </a:rPr>
              <a:t>chính: </a:t>
            </a:r>
            <a:r>
              <a:rPr lang="vi-VN" sz="1400" spc="0" dirty="0">
                <a:effectLst/>
                <a:latin typeface="Times New Roman" panose="02020603050405020304" pitchFamily="18" charset="0"/>
                <a:ea typeface="Times New Roman" panose="02020603050405020304" pitchFamily="18" charset="0"/>
              </a:rPr>
              <a:t>Tạo</a:t>
            </a:r>
            <a:r>
              <a:rPr lang="vi-VN" sz="1400" spc="-2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vị</a:t>
            </a:r>
            <a:r>
              <a:rPr lang="vi-VN" sz="1400" spc="-2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trí</a:t>
            </a:r>
            <a:r>
              <a:rPr lang="vi-VN" sz="1400" spc="-1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tuyển</a:t>
            </a:r>
            <a:r>
              <a:rPr lang="vi-VN" sz="1400" spc="-1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dụng,</a:t>
            </a:r>
            <a:r>
              <a:rPr lang="vi-VN" sz="1400" spc="-2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lưu</a:t>
            </a:r>
            <a:r>
              <a:rPr lang="vi-VN" sz="1400" spc="-2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hồ</a:t>
            </a:r>
            <a:r>
              <a:rPr lang="vi-VN" sz="1400" spc="-2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sơ</a:t>
            </a:r>
            <a:r>
              <a:rPr lang="vi-VN" sz="1400" spc="-2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ứng</a:t>
            </a:r>
            <a:r>
              <a:rPr lang="vi-VN" sz="1400" spc="-5"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viên,</a:t>
            </a:r>
            <a:r>
              <a:rPr lang="vi-VN" sz="1400" spc="-2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bắt</a:t>
            </a:r>
            <a:r>
              <a:rPr lang="vi-VN" sz="1400" spc="-1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đầu</a:t>
            </a:r>
            <a:r>
              <a:rPr lang="vi-VN" sz="1400" spc="-2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phỏng vấn, lập lịch, lưu kết quả và cuối cùng là tuyển dụng ứng viên.</a:t>
            </a:r>
            <a:endParaRPr lang="en-US" sz="1200" spc="0" dirty="0">
              <a:effectLst/>
              <a:latin typeface="Times New Roman" panose="02020603050405020304" pitchFamily="18" charset="0"/>
              <a:ea typeface="Times New Roman" panose="02020603050405020304" pitchFamily="18" charset="0"/>
            </a:endParaRPr>
          </a:p>
          <a:p>
            <a:pPr marL="742950" marR="227330" lvl="1" indent="-285750">
              <a:lnSpc>
                <a:spcPct val="150000"/>
              </a:lnSpc>
              <a:spcBef>
                <a:spcPts val="5"/>
              </a:spcBef>
              <a:spcAft>
                <a:spcPts val="0"/>
              </a:spcAft>
              <a:buSzPts val="1300"/>
              <a:buFont typeface="Times New Roman" panose="02020603050405020304" pitchFamily="18" charset="0"/>
              <a:buAutoNum type="arabicPeriod"/>
              <a:tabLst>
                <a:tab pos="685800" algn="l"/>
              </a:tabLst>
            </a:pPr>
            <a:r>
              <a:rPr lang="vi-VN" sz="1400" b="1" spc="0" dirty="0">
                <a:effectLst/>
                <a:latin typeface="Times New Roman" panose="02020603050405020304" pitchFamily="18" charset="0"/>
                <a:ea typeface="Times New Roman" panose="02020603050405020304" pitchFamily="18" charset="0"/>
              </a:rPr>
              <a:t>Yêu cầu đăng nhập:</a:t>
            </a:r>
            <a:r>
              <a:rPr lang="vi-VN" sz="1400" b="1" spc="125"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Trang đầu tiên phải hiển thị</a:t>
            </a:r>
            <a:r>
              <a:rPr lang="vi-VN" sz="1400" spc="115" dirty="0">
                <a:effectLst/>
                <a:latin typeface="Times New Roman" panose="02020603050405020304" pitchFamily="18" charset="0"/>
                <a:ea typeface="Times New Roman" panose="02020603050405020304" pitchFamily="18" charset="0"/>
              </a:rPr>
              <a:t> </a:t>
            </a:r>
            <a:r>
              <a:rPr lang="vi-VN" sz="1400" b="1" spc="0" dirty="0">
                <a:effectLst/>
                <a:latin typeface="Times New Roman" panose="02020603050405020304" pitchFamily="18" charset="0"/>
                <a:ea typeface="Times New Roman" panose="02020603050405020304" pitchFamily="18" charset="0"/>
              </a:rPr>
              <a:t>Tên và số Nhân viên</a:t>
            </a:r>
            <a:r>
              <a:rPr lang="vi-VN" sz="1400" b="1" spc="115"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của</a:t>
            </a:r>
            <a:r>
              <a:rPr lang="vi-VN" sz="1400" spc="40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người dùng sau khi đăng nhập.</a:t>
            </a:r>
            <a:endParaRPr lang="en-US" sz="1200" spc="0" dirty="0">
              <a:effectLst/>
              <a:latin typeface="Times New Roman" panose="02020603050405020304" pitchFamily="18" charset="0"/>
              <a:ea typeface="Times New Roman" panose="02020603050405020304" pitchFamily="18" charset="0"/>
            </a:endParaRPr>
          </a:p>
          <a:p>
            <a:pPr marL="228600" marR="0">
              <a:spcBef>
                <a:spcPts val="1395"/>
              </a:spcBef>
              <a:spcAft>
                <a:spcPts val="0"/>
              </a:spcAft>
            </a:pPr>
            <a:r>
              <a:rPr lang="vi-VN" sz="1400" dirty="0">
                <a:effectLst/>
                <a:latin typeface="Times New Roman" panose="02020603050405020304" pitchFamily="18" charset="0"/>
                <a:ea typeface="Times New Roman" panose="02020603050405020304" pitchFamily="18" charset="0"/>
              </a:rPr>
              <a:t>CÁC</a:t>
            </a:r>
            <a:r>
              <a:rPr lang="vi-VN" sz="1400" spc="-3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CHỨC</a:t>
            </a:r>
            <a:r>
              <a:rPr lang="vi-VN" sz="1400" spc="-30"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NĂNG</a:t>
            </a:r>
            <a:r>
              <a:rPr lang="vi-VN" sz="1400" spc="-30"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CỦA</a:t>
            </a:r>
            <a:r>
              <a:rPr lang="vi-VN" sz="1400" spc="-30"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HỆ</a:t>
            </a:r>
            <a:r>
              <a:rPr lang="vi-VN" sz="1400" spc="-35" dirty="0">
                <a:effectLst/>
                <a:latin typeface="Times New Roman" panose="02020603050405020304" pitchFamily="18" charset="0"/>
                <a:ea typeface="Times New Roman" panose="02020603050405020304" pitchFamily="18" charset="0"/>
              </a:rPr>
              <a:t> </a:t>
            </a:r>
            <a:r>
              <a:rPr lang="vi-VN" sz="1400" spc="-10" dirty="0">
                <a:effectLst/>
                <a:latin typeface="Times New Roman" panose="02020603050405020304" pitchFamily="18" charset="0"/>
                <a:ea typeface="Times New Roman" panose="02020603050405020304" pitchFamily="18" charset="0"/>
              </a:rPr>
              <a:t>THỐNG</a:t>
            </a:r>
            <a:r>
              <a:rPr lang="vi-VN" sz="1400" dirty="0">
                <a:effectLst/>
                <a:latin typeface="Times New Roman" panose="02020603050405020304" pitchFamily="18" charset="0"/>
                <a:ea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endParaRPr>
          </a:p>
          <a:p>
            <a:pPr marR="0" lvl="0">
              <a:spcBef>
                <a:spcPts val="0"/>
              </a:spcBef>
              <a:spcAft>
                <a:spcPts val="0"/>
              </a:spcAft>
              <a:buSzPts val="1300"/>
              <a:tabLst>
                <a:tab pos="456565" algn="l"/>
              </a:tabLst>
            </a:pPr>
            <a:r>
              <a:rPr lang="en-US" sz="1400" b="1" kern="0" spc="0" dirty="0">
                <a:effectLst/>
                <a:latin typeface="Times New Roman" panose="02020603050405020304" pitchFamily="18" charset="0"/>
                <a:ea typeface="Times New Roman" panose="02020603050405020304" pitchFamily="18" charset="0"/>
              </a:rPr>
              <a:t>1.</a:t>
            </a:r>
            <a:r>
              <a:rPr lang="vi-VN" sz="1400" b="1" kern="0" spc="0" dirty="0">
                <a:effectLst/>
                <a:latin typeface="Times New Roman" panose="02020603050405020304" pitchFamily="18" charset="0"/>
                <a:ea typeface="Times New Roman" panose="02020603050405020304" pitchFamily="18" charset="0"/>
              </a:rPr>
              <a:t>Nhân</a:t>
            </a:r>
            <a:r>
              <a:rPr lang="vi-VN" sz="1400" b="1" kern="0" spc="-30" dirty="0">
                <a:effectLst/>
                <a:latin typeface="Times New Roman" panose="02020603050405020304" pitchFamily="18" charset="0"/>
                <a:ea typeface="Times New Roman" panose="02020603050405020304" pitchFamily="18" charset="0"/>
              </a:rPr>
              <a:t> </a:t>
            </a:r>
            <a:r>
              <a:rPr lang="vi-VN" sz="1400" b="1" kern="0" spc="0" dirty="0">
                <a:effectLst/>
                <a:latin typeface="Times New Roman" panose="02020603050405020304" pitchFamily="18" charset="0"/>
                <a:ea typeface="Times New Roman" panose="02020603050405020304" pitchFamily="18" charset="0"/>
              </a:rPr>
              <a:t>viên</a:t>
            </a:r>
            <a:r>
              <a:rPr lang="vi-VN" sz="1400" b="1" kern="0" spc="-30" dirty="0">
                <a:effectLst/>
                <a:latin typeface="Times New Roman" panose="02020603050405020304" pitchFamily="18" charset="0"/>
                <a:ea typeface="Times New Roman" panose="02020603050405020304" pitchFamily="18" charset="0"/>
              </a:rPr>
              <a:t> </a:t>
            </a:r>
            <a:r>
              <a:rPr lang="vi-VN" sz="1400" b="1" kern="0" spc="0" dirty="0">
                <a:effectLst/>
                <a:latin typeface="Times New Roman" panose="02020603050405020304" pitchFamily="18" charset="0"/>
                <a:ea typeface="Times New Roman" panose="02020603050405020304" pitchFamily="18" charset="0"/>
              </a:rPr>
              <a:t>bán</a:t>
            </a:r>
            <a:r>
              <a:rPr lang="vi-VN" sz="1400" b="1" kern="0" spc="-20" dirty="0">
                <a:effectLst/>
                <a:latin typeface="Times New Roman" panose="02020603050405020304" pitchFamily="18" charset="0"/>
                <a:ea typeface="Times New Roman" panose="02020603050405020304" pitchFamily="18" charset="0"/>
              </a:rPr>
              <a:t> </a:t>
            </a:r>
            <a:r>
              <a:rPr lang="vi-VN" sz="1400" b="1" kern="0" spc="0" dirty="0">
                <a:effectLst/>
                <a:latin typeface="Times New Roman" panose="02020603050405020304" pitchFamily="18" charset="0"/>
                <a:ea typeface="Times New Roman" panose="02020603050405020304" pitchFamily="18" charset="0"/>
              </a:rPr>
              <a:t>hàng</a:t>
            </a:r>
            <a:r>
              <a:rPr lang="vi-VN" sz="1400" b="1" kern="0" spc="-30" dirty="0">
                <a:effectLst/>
                <a:latin typeface="Times New Roman" panose="02020603050405020304" pitchFamily="18" charset="0"/>
                <a:ea typeface="Times New Roman" panose="02020603050405020304" pitchFamily="18" charset="0"/>
              </a:rPr>
              <a:t> </a:t>
            </a:r>
            <a:r>
              <a:rPr lang="vi-VN" sz="1400" b="1" kern="0" spc="0" dirty="0">
                <a:effectLst/>
                <a:latin typeface="Times New Roman" panose="02020603050405020304" pitchFamily="18" charset="0"/>
                <a:ea typeface="Times New Roman" panose="02020603050405020304" pitchFamily="18" charset="0"/>
              </a:rPr>
              <a:t>(Sales</a:t>
            </a:r>
            <a:r>
              <a:rPr lang="vi-VN" sz="1400" b="1" kern="0" spc="-30" dirty="0">
                <a:effectLst/>
                <a:latin typeface="Times New Roman" panose="02020603050405020304" pitchFamily="18" charset="0"/>
                <a:ea typeface="Times New Roman" panose="02020603050405020304" pitchFamily="18" charset="0"/>
              </a:rPr>
              <a:t> </a:t>
            </a:r>
            <a:r>
              <a:rPr lang="vi-VN" sz="1400" b="1" kern="0" spc="-10" dirty="0">
                <a:effectLst/>
                <a:latin typeface="Times New Roman" panose="02020603050405020304" pitchFamily="18" charset="0"/>
                <a:ea typeface="Times New Roman" panose="02020603050405020304" pitchFamily="18" charset="0"/>
              </a:rPr>
              <a:t>Staff)</a:t>
            </a:r>
            <a:endParaRPr lang="en-US" sz="1400" b="1" kern="0" spc="0" dirty="0">
              <a:effectLst/>
              <a:latin typeface="Times New Roman" panose="02020603050405020304" pitchFamily="18" charset="0"/>
              <a:ea typeface="Times New Roman" panose="02020603050405020304" pitchFamily="18" charset="0"/>
            </a:endParaRPr>
          </a:p>
          <a:p>
            <a:pPr marL="742950" marR="0" lvl="1" indent="-285750">
              <a:spcBef>
                <a:spcPts val="745"/>
              </a:spcBef>
              <a:spcAft>
                <a:spcPts val="0"/>
              </a:spcAft>
              <a:buSzPts val="1300"/>
              <a:buFont typeface="Symbol" panose="05050102010706020507" pitchFamily="18" charset="2"/>
              <a:buChar char=""/>
              <a:tabLst>
                <a:tab pos="914400" algn="l"/>
              </a:tabLst>
            </a:pPr>
            <a:r>
              <a:rPr lang="vi-VN" sz="1400" b="1" spc="0" dirty="0">
                <a:effectLst/>
                <a:latin typeface="Times New Roman" panose="02020603050405020304" pitchFamily="18" charset="0"/>
                <a:ea typeface="Symbol" panose="05050102010706020507" pitchFamily="18" charset="2"/>
                <a:cs typeface="Symbol" panose="05050102010706020507" pitchFamily="18" charset="2"/>
              </a:rPr>
              <a:t>Xem</a:t>
            </a:r>
            <a:r>
              <a:rPr lang="vi-VN" sz="1400" b="1" spc="-1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trạng</a:t>
            </a:r>
            <a:r>
              <a:rPr lang="vi-VN" sz="14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thái</a:t>
            </a:r>
            <a:r>
              <a:rPr lang="vi-VN" sz="14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kho:</a:t>
            </a:r>
            <a:r>
              <a:rPr lang="vi-VN" sz="1400" b="1" spc="-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Kiểm</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tra</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xem</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mặt</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hàng</a:t>
            </a:r>
            <a:r>
              <a:rPr lang="vi-VN" sz="1400" spc="-1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còn</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sẵn</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hay</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không.</a:t>
            </a:r>
            <a:endParaRPr lang="en-US" sz="1200" spc="0" dirty="0">
              <a:effectLst/>
              <a:latin typeface="Times New Roman" panose="02020603050405020304" pitchFamily="18" charset="0"/>
              <a:ea typeface="Symbol" panose="05050102010706020507" pitchFamily="18" charset="2"/>
              <a:cs typeface="Symbol" panose="05050102010706020507" pitchFamily="18" charset="2"/>
            </a:endParaRPr>
          </a:p>
          <a:p>
            <a:pPr marL="742950" marR="0" lvl="1" indent="-285750">
              <a:spcBef>
                <a:spcPts val="735"/>
              </a:spcBef>
              <a:spcAft>
                <a:spcPts val="0"/>
              </a:spcAft>
              <a:buSzPts val="1300"/>
              <a:buFont typeface="Symbol" panose="05050102010706020507" pitchFamily="18" charset="2"/>
              <a:buChar char=""/>
              <a:tabLst>
                <a:tab pos="914400" algn="l"/>
              </a:tabLst>
            </a:pPr>
            <a:r>
              <a:rPr lang="vi-VN" sz="1400" b="1" spc="0" dirty="0">
                <a:effectLst/>
                <a:latin typeface="Times New Roman" panose="02020603050405020304" pitchFamily="18" charset="0"/>
                <a:ea typeface="Symbol" panose="05050102010706020507" pitchFamily="18" charset="2"/>
                <a:cs typeface="Symbol" panose="05050102010706020507" pitchFamily="18" charset="2"/>
              </a:rPr>
              <a:t>Tìm</a:t>
            </a:r>
            <a:r>
              <a:rPr lang="vi-VN" sz="14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kiếm</a:t>
            </a:r>
            <a:r>
              <a:rPr lang="vi-VN" sz="14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mặt</a:t>
            </a:r>
            <a:r>
              <a:rPr lang="vi-VN" sz="1400" b="1" spc="-3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hàng:</a:t>
            </a:r>
            <a:r>
              <a:rPr lang="vi-VN" sz="1400" b="1"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Tìm</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theo</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ký</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tự</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đầu</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tiên</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(ví</a:t>
            </a:r>
            <a:r>
              <a:rPr lang="vi-VN" sz="1400" spc="-3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dụ</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nhập</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"app"</a:t>
            </a:r>
            <a:r>
              <a:rPr lang="vi-VN" sz="1400" spc="-3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ra</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"apple").</a:t>
            </a:r>
            <a:endParaRPr lang="en-US" sz="1200" spc="0" dirty="0">
              <a:effectLst/>
              <a:latin typeface="Times New Roman" panose="02020603050405020304" pitchFamily="18" charset="0"/>
              <a:ea typeface="Symbol" panose="05050102010706020507" pitchFamily="18" charset="2"/>
              <a:cs typeface="Symbol" panose="05050102010706020507" pitchFamily="18" charset="2"/>
            </a:endParaRPr>
          </a:p>
          <a:p>
            <a:pPr marL="742950" marR="226695" lvl="1" indent="-285750">
              <a:lnSpc>
                <a:spcPct val="146000"/>
              </a:lnSpc>
              <a:spcBef>
                <a:spcPts val="750"/>
              </a:spcBef>
              <a:spcAft>
                <a:spcPts val="0"/>
              </a:spcAft>
              <a:buSzPts val="1300"/>
              <a:buFont typeface="Symbol" panose="05050102010706020507" pitchFamily="18" charset="2"/>
              <a:buChar char=""/>
              <a:tabLst>
                <a:tab pos="914400" algn="l"/>
              </a:tabLst>
            </a:pPr>
            <a:r>
              <a:rPr lang="vi-VN" sz="1400" b="1" spc="0" dirty="0">
                <a:effectLst/>
                <a:latin typeface="Times New Roman" panose="02020603050405020304" pitchFamily="18" charset="0"/>
                <a:ea typeface="Symbol" panose="05050102010706020507" pitchFamily="18" charset="2"/>
                <a:cs typeface="Symbol" panose="05050102010706020507" pitchFamily="18" charset="2"/>
              </a:rPr>
              <a:t>Bán</a:t>
            </a:r>
            <a:r>
              <a:rPr lang="vi-VN" sz="1400" b="1"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hàng:</a:t>
            </a:r>
            <a:r>
              <a:rPr lang="vi-VN" sz="1400" b="1" spc="-1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Nhập</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mặt</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hàng</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khách</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mua</a:t>
            </a:r>
            <a:r>
              <a:rPr lang="vi-VN" sz="1400" spc="-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và</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xuất</a:t>
            </a:r>
            <a:r>
              <a:rPr lang="vi-VN" sz="1400" b="1" spc="-1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hóa</a:t>
            </a:r>
            <a:r>
              <a:rPr lang="vi-VN" sz="1400" b="1"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đơn</a:t>
            </a:r>
            <a:r>
              <a:rPr lang="vi-VN" sz="1400" b="1" spc="-1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(chứa</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ID</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đơn</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hàng, ngày, giờ, số lượng, đơn giá...).</a:t>
            </a:r>
            <a:endParaRPr lang="en-US" sz="1200" spc="0" dirty="0">
              <a:effectLst/>
              <a:latin typeface="Times New Roman" panose="02020603050405020304" pitchFamily="18" charset="0"/>
              <a:ea typeface="Symbol" panose="05050102010706020507" pitchFamily="18" charset="2"/>
              <a:cs typeface="Symbol" panose="05050102010706020507" pitchFamily="18" charset="2"/>
            </a:endParaRPr>
          </a:p>
          <a:p>
            <a:pPr marL="742950" marR="0" lvl="1" indent="-285750">
              <a:spcBef>
                <a:spcPts val="45"/>
              </a:spcBef>
              <a:spcAft>
                <a:spcPts val="0"/>
              </a:spcAft>
              <a:buSzPts val="1300"/>
              <a:buFont typeface="Symbol" panose="05050102010706020507" pitchFamily="18" charset="2"/>
              <a:buChar char=""/>
              <a:tabLst>
                <a:tab pos="914400" algn="l"/>
              </a:tabLst>
            </a:pPr>
            <a:r>
              <a:rPr lang="vi-VN" sz="1400" b="1" spc="0" dirty="0">
                <a:effectLst/>
                <a:latin typeface="Times New Roman" panose="02020603050405020304" pitchFamily="18" charset="0"/>
                <a:ea typeface="Symbol" panose="05050102010706020507" pitchFamily="18" charset="2"/>
                <a:cs typeface="Symbol" panose="05050102010706020507" pitchFamily="18" charset="2"/>
              </a:rPr>
              <a:t>Hủy</a:t>
            </a:r>
            <a:r>
              <a:rPr lang="vi-VN" sz="1400" b="1"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hóa</a:t>
            </a:r>
            <a:r>
              <a:rPr lang="vi-VN" sz="1400" b="1" spc="-1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đơn:</a:t>
            </a:r>
            <a:r>
              <a:rPr lang="vi-VN" sz="1400" b="1"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Chỉ</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thực</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hiện</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được</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trong</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trường</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hợp</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nhập</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lỗi.</a:t>
            </a:r>
            <a:endParaRPr lang="en-US" sz="1200" spc="0" dirty="0">
              <a:effectLst/>
              <a:latin typeface="Times New Roman" panose="02020603050405020304" pitchFamily="18" charset="0"/>
              <a:ea typeface="Symbol" panose="05050102010706020507" pitchFamily="18" charset="2"/>
              <a:cs typeface="Symbol" panose="05050102010706020507" pitchFamily="18" charset="2"/>
            </a:endParaRPr>
          </a:p>
          <a:p>
            <a:pPr marL="742950" marR="227965" lvl="1" indent="-285750">
              <a:lnSpc>
                <a:spcPct val="146000"/>
              </a:lnSpc>
              <a:spcBef>
                <a:spcPts val="735"/>
              </a:spcBef>
              <a:spcAft>
                <a:spcPts val="0"/>
              </a:spcAft>
              <a:buSzPts val="1300"/>
              <a:buFont typeface="Symbol" panose="05050102010706020507" pitchFamily="18" charset="2"/>
              <a:buChar char=""/>
              <a:tabLst>
                <a:tab pos="914400" algn="l"/>
              </a:tabLst>
            </a:pPr>
            <a:r>
              <a:rPr lang="vi-VN" sz="1400" b="1" spc="0" dirty="0">
                <a:effectLst/>
                <a:latin typeface="Times New Roman" panose="02020603050405020304" pitchFamily="18" charset="0"/>
                <a:ea typeface="Symbol" panose="05050102010706020507" pitchFamily="18" charset="2"/>
                <a:cs typeface="Symbol" panose="05050102010706020507" pitchFamily="18" charset="2"/>
              </a:rPr>
              <a:t>Trả</a:t>
            </a:r>
            <a:r>
              <a:rPr lang="vi-VN" sz="1400" b="1"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hàng:</a:t>
            </a:r>
            <a:r>
              <a:rPr lang="vi-VN" sz="1400" b="1"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Nhập</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lại</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mặt</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hàng</a:t>
            </a:r>
            <a:r>
              <a:rPr lang="vi-VN" sz="1400" spc="-3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khách</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trả</a:t>
            </a:r>
            <a:r>
              <a:rPr lang="vi-VN" sz="1400" spc="-3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(điều</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kiện:</a:t>
            </a:r>
            <a:r>
              <a:rPr lang="vi-VN" sz="1400" spc="-3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chưa</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sử</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dụng,</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mua</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trong vòng 7 ngày, có biên lai).</a:t>
            </a:r>
            <a:endParaRPr lang="en-US" sz="1200" spc="0" dirty="0">
              <a:effectLst/>
              <a:latin typeface="Times New Roman" panose="02020603050405020304" pitchFamily="18" charset="0"/>
              <a:ea typeface="Symbol" panose="05050102010706020507" pitchFamily="18" charset="2"/>
              <a:cs typeface="Symbol" panose="05050102010706020507" pitchFamily="18" charset="2"/>
            </a:endParaRPr>
          </a:p>
          <a:p>
            <a:pPr marL="742950" marR="228600" lvl="1" indent="-285750">
              <a:lnSpc>
                <a:spcPct val="145000"/>
              </a:lnSpc>
              <a:spcBef>
                <a:spcPts val="50"/>
              </a:spcBef>
              <a:spcAft>
                <a:spcPts val="0"/>
              </a:spcAft>
              <a:buSzPts val="1300"/>
              <a:buFont typeface="Symbol" panose="05050102010706020507" pitchFamily="18" charset="2"/>
              <a:buChar char=""/>
              <a:tabLst>
                <a:tab pos="914400" algn="l"/>
              </a:tabLst>
            </a:pPr>
            <a:r>
              <a:rPr lang="vi-VN" sz="1400" b="1" spc="0" dirty="0">
                <a:effectLst/>
                <a:latin typeface="Times New Roman" panose="02020603050405020304" pitchFamily="18" charset="0"/>
                <a:ea typeface="Symbol" panose="05050102010706020507" pitchFamily="18" charset="2"/>
                <a:cs typeface="Symbol" panose="05050102010706020507" pitchFamily="18" charset="2"/>
              </a:rPr>
              <a:t>Yêu cầu nhập hàng: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Gửi yêu cầu cho quản lý kho khi mặt hàng không có </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sẵn.</a:t>
            </a:r>
            <a:endParaRPr lang="en-US" sz="1200" spc="0" dirty="0">
              <a:effectLst/>
              <a:latin typeface="Times New Roman" panose="02020603050405020304" pitchFamily="18" charset="0"/>
              <a:ea typeface="Symbol" panose="05050102010706020507" pitchFamily="18" charset="2"/>
              <a:cs typeface="Symbol" panose="05050102010706020507" pitchFamily="18" charset="2"/>
            </a:endParaRPr>
          </a:p>
          <a:p>
            <a:pPr marR="0" lvl="0">
              <a:spcBef>
                <a:spcPts val="1465"/>
              </a:spcBef>
              <a:spcAft>
                <a:spcPts val="0"/>
              </a:spcAft>
              <a:buSzPts val="1300"/>
              <a:tabLst>
                <a:tab pos="456565" algn="l"/>
              </a:tabLst>
            </a:pPr>
            <a:r>
              <a:rPr lang="en-US" sz="1400" b="1" kern="0" spc="0" dirty="0">
                <a:effectLst/>
                <a:latin typeface="Times New Roman" panose="02020603050405020304" pitchFamily="18" charset="0"/>
                <a:ea typeface="Times New Roman" panose="02020603050405020304" pitchFamily="18" charset="0"/>
              </a:rPr>
              <a:t>2.</a:t>
            </a:r>
            <a:r>
              <a:rPr lang="vi-VN" sz="1400" b="1" kern="0" spc="0" dirty="0">
                <a:effectLst/>
                <a:latin typeface="Times New Roman" panose="02020603050405020304" pitchFamily="18" charset="0"/>
                <a:ea typeface="Times New Roman" panose="02020603050405020304" pitchFamily="18" charset="0"/>
              </a:rPr>
              <a:t>Người</a:t>
            </a:r>
            <a:r>
              <a:rPr lang="vi-VN" sz="1400" b="1" kern="0" spc="-30" dirty="0">
                <a:effectLst/>
                <a:latin typeface="Times New Roman" panose="02020603050405020304" pitchFamily="18" charset="0"/>
                <a:ea typeface="Times New Roman" panose="02020603050405020304" pitchFamily="18" charset="0"/>
              </a:rPr>
              <a:t> </a:t>
            </a:r>
            <a:r>
              <a:rPr lang="vi-VN" sz="1400" b="1" kern="0" spc="0" dirty="0">
                <a:effectLst/>
                <a:latin typeface="Times New Roman" panose="02020603050405020304" pitchFamily="18" charset="0"/>
                <a:ea typeface="Times New Roman" panose="02020603050405020304" pitchFamily="18" charset="0"/>
              </a:rPr>
              <a:t>quản</a:t>
            </a:r>
            <a:r>
              <a:rPr lang="vi-VN" sz="1400" b="1" kern="0" spc="-30" dirty="0">
                <a:effectLst/>
                <a:latin typeface="Times New Roman" panose="02020603050405020304" pitchFamily="18" charset="0"/>
                <a:ea typeface="Times New Roman" panose="02020603050405020304" pitchFamily="18" charset="0"/>
              </a:rPr>
              <a:t> </a:t>
            </a:r>
            <a:r>
              <a:rPr lang="vi-VN" sz="1400" b="1" kern="0" spc="0" dirty="0">
                <a:effectLst/>
                <a:latin typeface="Times New Roman" panose="02020603050405020304" pitchFamily="18" charset="0"/>
                <a:ea typeface="Times New Roman" panose="02020603050405020304" pitchFamily="18" charset="0"/>
              </a:rPr>
              <a:t>lý</a:t>
            </a:r>
            <a:r>
              <a:rPr lang="vi-VN" sz="1400" b="1" kern="0" spc="-30" dirty="0">
                <a:effectLst/>
                <a:latin typeface="Times New Roman" panose="02020603050405020304" pitchFamily="18" charset="0"/>
                <a:ea typeface="Times New Roman" panose="02020603050405020304" pitchFamily="18" charset="0"/>
              </a:rPr>
              <a:t> </a:t>
            </a:r>
            <a:r>
              <a:rPr lang="vi-VN" sz="1400" b="1" kern="0" spc="0" dirty="0">
                <a:effectLst/>
                <a:latin typeface="Times New Roman" panose="02020603050405020304" pitchFamily="18" charset="0"/>
                <a:ea typeface="Times New Roman" panose="02020603050405020304" pitchFamily="18" charset="0"/>
              </a:rPr>
              <a:t>hàng</a:t>
            </a:r>
            <a:r>
              <a:rPr lang="vi-VN" sz="1400" b="1" kern="0" spc="-30" dirty="0">
                <a:effectLst/>
                <a:latin typeface="Times New Roman" panose="02020603050405020304" pitchFamily="18" charset="0"/>
                <a:ea typeface="Times New Roman" panose="02020603050405020304" pitchFamily="18" charset="0"/>
              </a:rPr>
              <a:t> </a:t>
            </a:r>
            <a:r>
              <a:rPr lang="vi-VN" sz="1400" b="1" kern="0" spc="0" dirty="0">
                <a:effectLst/>
                <a:latin typeface="Times New Roman" panose="02020603050405020304" pitchFamily="18" charset="0"/>
                <a:ea typeface="Times New Roman" panose="02020603050405020304" pitchFamily="18" charset="0"/>
              </a:rPr>
              <a:t>tồn</a:t>
            </a:r>
            <a:r>
              <a:rPr lang="vi-VN" sz="1400" b="1" kern="0" spc="-30" dirty="0">
                <a:effectLst/>
                <a:latin typeface="Times New Roman" panose="02020603050405020304" pitchFamily="18" charset="0"/>
                <a:ea typeface="Times New Roman" panose="02020603050405020304" pitchFamily="18" charset="0"/>
              </a:rPr>
              <a:t> </a:t>
            </a:r>
            <a:r>
              <a:rPr lang="vi-VN" sz="1400" b="1" kern="0" spc="0" dirty="0">
                <a:effectLst/>
                <a:latin typeface="Times New Roman" panose="02020603050405020304" pitchFamily="18" charset="0"/>
                <a:ea typeface="Times New Roman" panose="02020603050405020304" pitchFamily="18" charset="0"/>
              </a:rPr>
              <a:t>kho</a:t>
            </a:r>
            <a:r>
              <a:rPr lang="vi-VN" sz="1400" b="1" kern="0" spc="-30" dirty="0">
                <a:effectLst/>
                <a:latin typeface="Times New Roman" panose="02020603050405020304" pitchFamily="18" charset="0"/>
                <a:ea typeface="Times New Roman" panose="02020603050405020304" pitchFamily="18" charset="0"/>
              </a:rPr>
              <a:t> </a:t>
            </a:r>
            <a:r>
              <a:rPr lang="vi-VN" sz="1400" b="1" kern="0" spc="0" dirty="0">
                <a:effectLst/>
                <a:latin typeface="Times New Roman" panose="02020603050405020304" pitchFamily="18" charset="0"/>
                <a:ea typeface="Times New Roman" panose="02020603050405020304" pitchFamily="18" charset="0"/>
              </a:rPr>
              <a:t>(Stock</a:t>
            </a:r>
            <a:r>
              <a:rPr lang="vi-VN" sz="1400" b="1" kern="0" spc="-20" dirty="0">
                <a:effectLst/>
                <a:latin typeface="Times New Roman" panose="02020603050405020304" pitchFamily="18" charset="0"/>
                <a:ea typeface="Times New Roman" panose="02020603050405020304" pitchFamily="18" charset="0"/>
              </a:rPr>
              <a:t> </a:t>
            </a:r>
            <a:r>
              <a:rPr lang="vi-VN" sz="1400" b="1" kern="0" spc="-10" dirty="0">
                <a:effectLst/>
                <a:latin typeface="Times New Roman" panose="02020603050405020304" pitchFamily="18" charset="0"/>
                <a:ea typeface="Times New Roman" panose="02020603050405020304" pitchFamily="18" charset="0"/>
              </a:rPr>
              <a:t>Manager)</a:t>
            </a:r>
            <a:r>
              <a:rPr lang="vi-VN" sz="1400" b="1" dirty="0">
                <a:effectLst/>
                <a:latin typeface="Times New Roman" panose="02020603050405020304" pitchFamily="18" charset="0"/>
                <a:ea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endParaRPr>
          </a:p>
          <a:p>
            <a:pPr marL="742950" marR="0" lvl="1" indent="-285750">
              <a:spcBef>
                <a:spcPts val="745"/>
              </a:spcBef>
              <a:spcAft>
                <a:spcPts val="0"/>
              </a:spcAft>
              <a:buSzPts val="1300"/>
              <a:buFont typeface="Symbol" panose="05050102010706020507" pitchFamily="18" charset="2"/>
              <a:buChar char=""/>
              <a:tabLst>
                <a:tab pos="914400" algn="l"/>
              </a:tabLst>
            </a:pPr>
            <a:r>
              <a:rPr lang="vi-VN" sz="1400" b="1" spc="0" dirty="0">
                <a:effectLst/>
                <a:latin typeface="Times New Roman" panose="02020603050405020304" pitchFamily="18" charset="0"/>
                <a:ea typeface="Symbol" panose="05050102010706020507" pitchFamily="18" charset="2"/>
                <a:cs typeface="Symbol" panose="05050102010706020507" pitchFamily="18" charset="2"/>
              </a:rPr>
              <a:t>Kiểm</a:t>
            </a:r>
            <a:r>
              <a:rPr lang="vi-VN" sz="1400" b="1" spc="-1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tra</a:t>
            </a:r>
            <a:r>
              <a:rPr lang="vi-VN" sz="14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hàng</a:t>
            </a:r>
            <a:r>
              <a:rPr lang="vi-VN" sz="14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tồn</a:t>
            </a:r>
            <a:r>
              <a:rPr lang="vi-VN" sz="1400" b="1"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kho:</a:t>
            </a:r>
            <a:r>
              <a:rPr lang="vi-VN" sz="1400" b="1"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Xem</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tình</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trạng</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thực</a:t>
            </a:r>
            <a:r>
              <a:rPr lang="vi-VN" sz="1400" spc="-1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tế</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trong</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kho.</a:t>
            </a:r>
            <a:endParaRPr lang="en-US" sz="1200" spc="0" dirty="0">
              <a:effectLst/>
              <a:latin typeface="Times New Roman" panose="02020603050405020304" pitchFamily="18" charset="0"/>
              <a:ea typeface="Symbol" panose="05050102010706020507" pitchFamily="18" charset="2"/>
              <a:cs typeface="Symbol" panose="05050102010706020507" pitchFamily="18" charset="2"/>
            </a:endParaRPr>
          </a:p>
          <a:p>
            <a:pPr marL="742950" marR="0" lvl="1" indent="-285750">
              <a:spcBef>
                <a:spcPts val="750"/>
              </a:spcBef>
              <a:spcAft>
                <a:spcPts val="0"/>
              </a:spcAft>
              <a:buSzPts val="1300"/>
              <a:buFont typeface="Symbol" panose="05050102010706020507" pitchFamily="18" charset="2"/>
              <a:buChar char=""/>
              <a:tabLst>
                <a:tab pos="914400" algn="l"/>
              </a:tabLst>
            </a:pPr>
            <a:r>
              <a:rPr lang="vi-VN" sz="1400" b="1" spc="-10" dirty="0">
                <a:effectLst/>
                <a:latin typeface="Times New Roman" panose="02020603050405020304" pitchFamily="18" charset="0"/>
                <a:ea typeface="Symbol" panose="05050102010706020507" pitchFamily="18" charset="2"/>
                <a:cs typeface="Symbol" panose="05050102010706020507" pitchFamily="18" charset="2"/>
              </a:rPr>
              <a:t>Xem</a:t>
            </a:r>
            <a:r>
              <a:rPr lang="vi-VN" sz="1400" b="1" spc="-5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10" dirty="0">
                <a:effectLst/>
                <a:latin typeface="Times New Roman" panose="02020603050405020304" pitchFamily="18" charset="0"/>
                <a:ea typeface="Symbol" panose="05050102010706020507" pitchFamily="18" charset="2"/>
                <a:cs typeface="Symbol" panose="05050102010706020507" pitchFamily="18" charset="2"/>
              </a:rPr>
              <a:t>báo</a:t>
            </a:r>
            <a:r>
              <a:rPr lang="vi-VN" sz="1400" b="1" spc="-6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10" dirty="0">
                <a:effectLst/>
                <a:latin typeface="Times New Roman" panose="02020603050405020304" pitchFamily="18" charset="0"/>
                <a:ea typeface="Symbol" panose="05050102010706020507" pitchFamily="18" charset="2"/>
                <a:cs typeface="Symbol" panose="05050102010706020507" pitchFamily="18" charset="2"/>
              </a:rPr>
              <a:t>cáo</a:t>
            </a:r>
            <a:r>
              <a:rPr lang="vi-VN" sz="1400" b="1" spc="-6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10" dirty="0">
                <a:effectLst/>
                <a:latin typeface="Times New Roman" panose="02020603050405020304" pitchFamily="18" charset="0"/>
                <a:ea typeface="Symbol" panose="05050102010706020507" pitchFamily="18" charset="2"/>
                <a:cs typeface="Symbol" panose="05050102010706020507" pitchFamily="18" charset="2"/>
              </a:rPr>
              <a:t>từ</a:t>
            </a:r>
            <a:r>
              <a:rPr lang="vi-VN" sz="1400" b="1" spc="-5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10" dirty="0">
                <a:effectLst/>
                <a:latin typeface="Times New Roman" panose="02020603050405020304" pitchFamily="18" charset="0"/>
                <a:ea typeface="Symbol" panose="05050102010706020507" pitchFamily="18" charset="2"/>
                <a:cs typeface="Symbol" panose="05050102010706020507" pitchFamily="18" charset="2"/>
              </a:rPr>
              <a:t>nhân</a:t>
            </a:r>
            <a:r>
              <a:rPr lang="vi-VN" sz="1400" b="1" spc="-5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10" dirty="0">
                <a:effectLst/>
                <a:latin typeface="Times New Roman" panose="02020603050405020304" pitchFamily="18" charset="0"/>
                <a:ea typeface="Symbol" panose="05050102010706020507" pitchFamily="18" charset="2"/>
                <a:cs typeface="Symbol" panose="05050102010706020507" pitchFamily="18" charset="2"/>
              </a:rPr>
              <a:t>viên</a:t>
            </a:r>
            <a:r>
              <a:rPr lang="vi-VN" sz="1400" b="1" spc="-6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10" dirty="0">
                <a:effectLst/>
                <a:latin typeface="Times New Roman" panose="02020603050405020304" pitchFamily="18" charset="0"/>
                <a:ea typeface="Symbol" panose="05050102010706020507" pitchFamily="18" charset="2"/>
                <a:cs typeface="Symbol" panose="05050102010706020507" pitchFamily="18" charset="2"/>
              </a:rPr>
              <a:t>bán</a:t>
            </a:r>
            <a:r>
              <a:rPr lang="vi-VN" sz="1400" b="1" spc="-5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10" dirty="0">
                <a:effectLst/>
                <a:latin typeface="Times New Roman" panose="02020603050405020304" pitchFamily="18" charset="0"/>
                <a:ea typeface="Symbol" panose="05050102010706020507" pitchFamily="18" charset="2"/>
                <a:cs typeface="Symbol" panose="05050102010706020507" pitchFamily="18" charset="2"/>
              </a:rPr>
              <a:t>hàng:</a:t>
            </a:r>
            <a:r>
              <a:rPr lang="vi-VN" sz="1400" b="1" spc="-4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Về</a:t>
            </a:r>
            <a:r>
              <a:rPr lang="vi-VN" sz="1400" spc="-6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các</a:t>
            </a:r>
            <a:r>
              <a:rPr lang="vi-VN" sz="1400" spc="-4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mặt</a:t>
            </a:r>
            <a:r>
              <a:rPr lang="vi-VN" sz="1400" spc="-6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hàng</a:t>
            </a:r>
            <a:r>
              <a:rPr lang="vi-VN" sz="1400" spc="-6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thiếu/cần</a:t>
            </a:r>
            <a:r>
              <a:rPr lang="vi-VN" sz="1400" spc="-4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nhập</a:t>
            </a:r>
            <a:r>
              <a:rPr lang="vi-VN" sz="1400" spc="-6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thêm.</a:t>
            </a:r>
            <a:endParaRPr lang="en-US" sz="1200" spc="0" dirty="0">
              <a:effectLst/>
              <a:latin typeface="Times New Roman" panose="02020603050405020304" pitchFamily="18" charset="0"/>
              <a:ea typeface="Symbol" panose="05050102010706020507" pitchFamily="18" charset="2"/>
              <a:cs typeface="Symbol" panose="05050102010706020507" pitchFamily="18" charset="2"/>
            </a:endParaRPr>
          </a:p>
          <a:p>
            <a:pPr marL="742950" marR="230505" lvl="1" indent="-285750">
              <a:lnSpc>
                <a:spcPct val="146000"/>
              </a:lnSpc>
              <a:spcBef>
                <a:spcPts val="735"/>
              </a:spcBef>
              <a:spcAft>
                <a:spcPts val="0"/>
              </a:spcAft>
              <a:buSzPts val="1300"/>
              <a:buFont typeface="Symbol" panose="05050102010706020507" pitchFamily="18" charset="2"/>
              <a:buChar char=""/>
              <a:tabLst>
                <a:tab pos="914400" algn="l"/>
              </a:tabLst>
            </a:pPr>
            <a:r>
              <a:rPr lang="vi-VN" sz="1400" b="1" spc="0" dirty="0">
                <a:effectLst/>
                <a:latin typeface="Times New Roman" panose="02020603050405020304" pitchFamily="18" charset="0"/>
                <a:ea typeface="Symbol" panose="05050102010706020507" pitchFamily="18" charset="2"/>
                <a:cs typeface="Symbol" panose="05050102010706020507" pitchFamily="18" charset="2"/>
              </a:rPr>
              <a:t>Xác</a:t>
            </a:r>
            <a:r>
              <a:rPr lang="vi-VN" sz="1400" b="1" spc="-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nhận</a:t>
            </a:r>
            <a:r>
              <a:rPr lang="vi-VN" sz="1400" b="1" spc="-1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tồn</a:t>
            </a:r>
            <a:r>
              <a:rPr lang="vi-VN" sz="1400" b="1" spc="-1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kho: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So sánh</a:t>
            </a:r>
            <a:r>
              <a:rPr lang="vi-VN" sz="1400" spc="-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số</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lượng</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thực</a:t>
            </a:r>
            <a:r>
              <a:rPr lang="vi-VN" sz="1400" spc="-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tế</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với</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doanh</a:t>
            </a:r>
            <a:r>
              <a:rPr lang="vi-VN" sz="1400" spc="-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số</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bán</a:t>
            </a:r>
            <a:r>
              <a:rPr lang="vi-VN" sz="1400" spc="-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ra</a:t>
            </a:r>
            <a:r>
              <a:rPr lang="vi-VN" sz="1400" spc="-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ngày</a:t>
            </a:r>
            <a:r>
              <a:rPr lang="vi-VN" sz="1400" spc="-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hôm </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trước.</a:t>
            </a:r>
            <a:endParaRPr lang="en-US" sz="1200" spc="0" dirty="0">
              <a:effectLst/>
              <a:latin typeface="Times New Roman" panose="02020603050405020304" pitchFamily="18" charset="0"/>
              <a:ea typeface="Symbol" panose="05050102010706020507" pitchFamily="18" charset="2"/>
              <a:cs typeface="Symbol" panose="05050102010706020507" pitchFamily="18" charset="2"/>
            </a:endParaRPr>
          </a:p>
          <a:p>
            <a:pPr marL="742950" marR="0" lvl="1" indent="-285750">
              <a:spcBef>
                <a:spcPts val="400"/>
              </a:spcBef>
              <a:spcAft>
                <a:spcPts val="0"/>
              </a:spcAft>
              <a:buSzPts val="1300"/>
              <a:buFont typeface="Symbol" panose="05050102010706020507" pitchFamily="18" charset="2"/>
              <a:buChar char=""/>
              <a:tabLst>
                <a:tab pos="914400" algn="l"/>
              </a:tabLst>
            </a:pPr>
            <a:r>
              <a:rPr lang="vi-VN" sz="1400" b="1" spc="0" dirty="0">
                <a:effectLst/>
                <a:latin typeface="Times New Roman" panose="02020603050405020304" pitchFamily="18" charset="0"/>
                <a:ea typeface="Symbol" panose="05050102010706020507" pitchFamily="18" charset="2"/>
                <a:cs typeface="Symbol" panose="05050102010706020507" pitchFamily="18" charset="2"/>
              </a:rPr>
              <a:t>Báo</a:t>
            </a:r>
            <a:r>
              <a:rPr lang="vi-VN" sz="14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cáo</a:t>
            </a:r>
            <a:r>
              <a:rPr lang="vi-VN" sz="14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xu</a:t>
            </a:r>
            <a:r>
              <a:rPr lang="vi-VN" sz="14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hướng:</a:t>
            </a:r>
            <a:r>
              <a:rPr lang="vi-VN" sz="1400" b="1" spc="-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Tạo</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báo</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cáo</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về</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xu</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hướng</a:t>
            </a:r>
            <a:r>
              <a:rPr lang="vi-VN" sz="1400" spc="-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hàng</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tồn</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kho.</a:t>
            </a:r>
            <a:endParaRPr lang="en-US" sz="1200" spc="0" dirty="0">
              <a:effectLst/>
              <a:latin typeface="Times New Roman" panose="02020603050405020304" pitchFamily="18" charset="0"/>
              <a:ea typeface="Symbol" panose="05050102010706020507" pitchFamily="18" charset="2"/>
              <a:cs typeface="Symbol" panose="05050102010706020507" pitchFamily="18" charset="2"/>
            </a:endParaRPr>
          </a:p>
          <a:p>
            <a:pPr>
              <a:spcBef>
                <a:spcPts val="655"/>
              </a:spcBef>
            </a:pPr>
            <a:r>
              <a:rPr lang="vi-VN" sz="1400" dirty="0">
                <a:effectLst/>
                <a:latin typeface="Times New Roman" panose="02020603050405020304" pitchFamily="18" charset="0"/>
                <a:ea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endParaRPr>
          </a:p>
        </p:txBody>
      </p:sp>
      <p:sp>
        <p:nvSpPr>
          <p:cNvPr id="5" name="Rectangle 4">
            <a:extLst>
              <a:ext uri="{FF2B5EF4-FFF2-40B4-BE49-F238E27FC236}">
                <a16:creationId xmlns:a16="http://schemas.microsoft.com/office/drawing/2014/main" id="{69D567B4-55BF-455D-B8CE-9FC6954432C0}"/>
              </a:ext>
            </a:extLst>
          </p:cNvPr>
          <p:cNvSpPr/>
          <p:nvPr/>
        </p:nvSpPr>
        <p:spPr>
          <a:xfrm>
            <a:off x="2071371" y="438294"/>
            <a:ext cx="5467202" cy="523220"/>
          </a:xfrm>
          <a:prstGeom prst="rect">
            <a:avLst/>
          </a:prstGeom>
        </p:spPr>
        <p:txBody>
          <a:bodyPr wrap="none">
            <a:spAutoFit/>
          </a:bodyPr>
          <a:lstStyle/>
          <a:p>
            <a:pPr marL="228600" marR="0" indent="0">
              <a:spcBef>
                <a:spcPts val="310"/>
              </a:spcBef>
              <a:spcAft>
                <a:spcPts val="0"/>
              </a:spcAft>
            </a:pPr>
            <a:r>
              <a:rPr lang="vi-VN" sz="2800" b="1" kern="0" dirty="0">
                <a:effectLst/>
                <a:latin typeface="Times New Roman" panose="02020603050405020304" pitchFamily="18" charset="0"/>
                <a:ea typeface="Times New Roman" panose="02020603050405020304" pitchFamily="18" charset="0"/>
              </a:rPr>
              <a:t>Câu</a:t>
            </a:r>
            <a:r>
              <a:rPr lang="vi-VN" sz="2800" b="1" kern="0" spc="-25" dirty="0">
                <a:effectLst/>
                <a:latin typeface="Times New Roman" panose="02020603050405020304" pitchFamily="18" charset="0"/>
                <a:ea typeface="Times New Roman" panose="02020603050405020304" pitchFamily="18" charset="0"/>
              </a:rPr>
              <a:t> </a:t>
            </a:r>
            <a:r>
              <a:rPr lang="vi-VN" sz="2800" b="1" kern="0" dirty="0">
                <a:effectLst/>
                <a:latin typeface="Times New Roman" panose="02020603050405020304" pitchFamily="18" charset="0"/>
                <a:ea typeface="Times New Roman" panose="02020603050405020304" pitchFamily="18" charset="0"/>
              </a:rPr>
              <a:t>4</a:t>
            </a:r>
            <a:r>
              <a:rPr lang="vi-VN" sz="2800" b="1" kern="0" spc="-25" dirty="0">
                <a:effectLst/>
                <a:latin typeface="Times New Roman" panose="02020603050405020304" pitchFamily="18" charset="0"/>
                <a:ea typeface="Times New Roman" panose="02020603050405020304" pitchFamily="18" charset="0"/>
              </a:rPr>
              <a:t> </a:t>
            </a:r>
            <a:r>
              <a:rPr lang="vi-VN" sz="2800" b="1" kern="0" dirty="0">
                <a:effectLst/>
                <a:latin typeface="Times New Roman" panose="02020603050405020304" pitchFamily="18" charset="0"/>
                <a:ea typeface="Times New Roman" panose="02020603050405020304" pitchFamily="18" charset="0"/>
              </a:rPr>
              <a:t>(3.0</a:t>
            </a:r>
            <a:r>
              <a:rPr lang="vi-VN" sz="2800" b="1" kern="0" spc="-20" dirty="0">
                <a:effectLst/>
                <a:latin typeface="Times New Roman" panose="02020603050405020304" pitchFamily="18" charset="0"/>
                <a:ea typeface="Times New Roman" panose="02020603050405020304" pitchFamily="18" charset="0"/>
              </a:rPr>
              <a:t> </a:t>
            </a:r>
            <a:r>
              <a:rPr lang="vi-VN" sz="2800" b="1" kern="0" dirty="0">
                <a:effectLst/>
                <a:latin typeface="Times New Roman" panose="02020603050405020304" pitchFamily="18" charset="0"/>
                <a:ea typeface="Times New Roman" panose="02020603050405020304" pitchFamily="18" charset="0"/>
              </a:rPr>
              <a:t>điểm):</a:t>
            </a:r>
            <a:r>
              <a:rPr lang="vi-VN" sz="2800" b="1" kern="0" spc="-25" dirty="0">
                <a:effectLst/>
                <a:latin typeface="Times New Roman" panose="02020603050405020304" pitchFamily="18" charset="0"/>
                <a:ea typeface="Times New Roman" panose="02020603050405020304" pitchFamily="18" charset="0"/>
              </a:rPr>
              <a:t> </a:t>
            </a:r>
            <a:r>
              <a:rPr lang="vi-VN" sz="2800" b="1" kern="0" dirty="0">
                <a:effectLst/>
                <a:latin typeface="Times New Roman" panose="02020603050405020304" pitchFamily="18" charset="0"/>
                <a:ea typeface="Times New Roman" panose="02020603050405020304" pitchFamily="18" charset="0"/>
              </a:rPr>
              <a:t>UML</a:t>
            </a:r>
            <a:r>
              <a:rPr lang="vi-VN" sz="2800" b="1" kern="0" spc="-25" dirty="0">
                <a:effectLst/>
                <a:latin typeface="Times New Roman" panose="02020603050405020304" pitchFamily="18" charset="0"/>
                <a:ea typeface="Times New Roman" panose="02020603050405020304" pitchFamily="18" charset="0"/>
              </a:rPr>
              <a:t> </a:t>
            </a:r>
            <a:r>
              <a:rPr lang="vi-VN" sz="2800" b="1" kern="0" dirty="0">
                <a:effectLst/>
                <a:latin typeface="Times New Roman" panose="02020603050405020304" pitchFamily="18" charset="0"/>
                <a:ea typeface="Times New Roman" panose="02020603050405020304" pitchFamily="18" charset="0"/>
              </a:rPr>
              <a:t>và</a:t>
            </a:r>
            <a:r>
              <a:rPr lang="vi-VN" sz="2800" b="1" kern="0" spc="-20" dirty="0">
                <a:effectLst/>
                <a:latin typeface="Times New Roman" panose="02020603050405020304" pitchFamily="18" charset="0"/>
                <a:ea typeface="Times New Roman" panose="02020603050405020304" pitchFamily="18" charset="0"/>
              </a:rPr>
              <a:t> CSDL</a:t>
            </a:r>
            <a:endParaRPr lang="en-US" sz="2800" b="1" kern="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66854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D730B8-47ED-4A9E-A7F3-024069BE1D51}"/>
              </a:ext>
            </a:extLst>
          </p:cNvPr>
          <p:cNvSpPr>
            <a:spLocks noGrp="1"/>
          </p:cNvSpPr>
          <p:nvPr>
            <p:ph type="dt" sz="half" idx="10"/>
          </p:nvPr>
        </p:nvSpPr>
        <p:spPr/>
        <p:txBody>
          <a:bodyPr/>
          <a:lstStyle/>
          <a:p>
            <a:fld id="{EF3DA921-DB24-498A-844E-FA273BF06464}" type="datetime1">
              <a:rPr lang="en-US" smtClean="0"/>
              <a:t>3/24/2026</a:t>
            </a:fld>
            <a:endParaRPr lang="en-US"/>
          </a:p>
        </p:txBody>
      </p:sp>
      <p:sp>
        <p:nvSpPr>
          <p:cNvPr id="3" name="Slide Number Placeholder 2">
            <a:extLst>
              <a:ext uri="{FF2B5EF4-FFF2-40B4-BE49-F238E27FC236}">
                <a16:creationId xmlns:a16="http://schemas.microsoft.com/office/drawing/2014/main" id="{94851982-63EE-44DE-AA1B-ACC9E5A8C89D}"/>
              </a:ext>
            </a:extLst>
          </p:cNvPr>
          <p:cNvSpPr>
            <a:spLocks noGrp="1"/>
          </p:cNvSpPr>
          <p:nvPr>
            <p:ph type="sldNum" sz="quarter" idx="12"/>
          </p:nvPr>
        </p:nvSpPr>
        <p:spPr/>
        <p:txBody>
          <a:bodyPr/>
          <a:lstStyle/>
          <a:p>
            <a:fld id="{9CA15AB1-5F5C-44DD-B925-07AC0698D190}" type="slidenum">
              <a:rPr lang="en-US" smtClean="0"/>
              <a:pPr/>
              <a:t>7</a:t>
            </a:fld>
            <a:r>
              <a:rPr lang="en-US"/>
              <a:t> / 7 </a:t>
            </a:r>
            <a:endParaRPr lang="en-US" dirty="0"/>
          </a:p>
        </p:txBody>
      </p:sp>
      <p:sp>
        <p:nvSpPr>
          <p:cNvPr id="4" name="Rectangle 3">
            <a:extLst>
              <a:ext uri="{FF2B5EF4-FFF2-40B4-BE49-F238E27FC236}">
                <a16:creationId xmlns:a16="http://schemas.microsoft.com/office/drawing/2014/main" id="{7E396988-B23B-4F32-AAA4-6D49F5E9E0DA}"/>
              </a:ext>
            </a:extLst>
          </p:cNvPr>
          <p:cNvSpPr/>
          <p:nvPr/>
        </p:nvSpPr>
        <p:spPr>
          <a:xfrm>
            <a:off x="345141" y="1255151"/>
            <a:ext cx="11846859" cy="5447517"/>
          </a:xfrm>
          <a:prstGeom prst="rect">
            <a:avLst/>
          </a:prstGeom>
        </p:spPr>
        <p:txBody>
          <a:bodyPr wrap="square">
            <a:spAutoFit/>
          </a:bodyPr>
          <a:lstStyle/>
          <a:p>
            <a:pPr>
              <a:spcBef>
                <a:spcPts val="660"/>
              </a:spcBef>
            </a:pPr>
            <a:r>
              <a:rPr lang="vi-VN" sz="1400" b="1" dirty="0">
                <a:effectLst/>
                <a:latin typeface="Times New Roman" panose="02020603050405020304" pitchFamily="18" charset="0"/>
                <a:ea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endParaRPr>
          </a:p>
          <a:p>
            <a:pPr marL="228600" marR="0">
              <a:spcBef>
                <a:spcPts val="0"/>
              </a:spcBef>
              <a:spcAft>
                <a:spcPts val="0"/>
              </a:spcAft>
            </a:pPr>
            <a:r>
              <a:rPr lang="vi-VN" sz="1400" dirty="0">
                <a:effectLst/>
                <a:latin typeface="Times New Roman" panose="02020603050405020304" pitchFamily="18" charset="0"/>
                <a:ea typeface="Times New Roman" panose="02020603050405020304" pitchFamily="18" charset="0"/>
              </a:rPr>
              <a:t>Yêu</a:t>
            </a:r>
            <a:r>
              <a:rPr lang="vi-VN" sz="1400" spc="-2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cầu</a:t>
            </a:r>
            <a:r>
              <a:rPr lang="vi-VN" sz="1400" spc="-2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xây</a:t>
            </a:r>
            <a:r>
              <a:rPr lang="vi-VN" sz="1400" spc="-1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dựng</a:t>
            </a:r>
            <a:r>
              <a:rPr lang="vi-VN" sz="1400" spc="-2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sơ</a:t>
            </a:r>
            <a:r>
              <a:rPr lang="vi-VN" sz="1400" spc="-1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đồ</a:t>
            </a:r>
            <a:r>
              <a:rPr lang="vi-VN" sz="1400" spc="-15" dirty="0">
                <a:effectLst/>
                <a:latin typeface="Times New Roman" panose="02020603050405020304" pitchFamily="18" charset="0"/>
                <a:ea typeface="Times New Roman" panose="02020603050405020304" pitchFamily="18" charset="0"/>
              </a:rPr>
              <a:t> </a:t>
            </a:r>
            <a:r>
              <a:rPr lang="vi-VN" sz="1400" b="1" dirty="0">
                <a:effectLst/>
                <a:latin typeface="Times New Roman" panose="02020603050405020304" pitchFamily="18" charset="0"/>
                <a:ea typeface="Times New Roman" panose="02020603050405020304" pitchFamily="18" charset="0"/>
              </a:rPr>
              <a:t>Use-case</a:t>
            </a:r>
            <a:r>
              <a:rPr lang="vi-VN" sz="1400" b="1" spc="-1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cho</a:t>
            </a:r>
            <a:r>
              <a:rPr lang="vi-VN" sz="1400" spc="-20"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Hệ</a:t>
            </a:r>
            <a:r>
              <a:rPr lang="vi-VN" sz="1400" spc="-20"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thống</a:t>
            </a:r>
            <a:r>
              <a:rPr lang="vi-VN" sz="1400" spc="-2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quy</a:t>
            </a:r>
            <a:r>
              <a:rPr lang="vi-VN" sz="1400" spc="-2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trình</a:t>
            </a:r>
            <a:r>
              <a:rPr lang="vi-VN" sz="1400" spc="-2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tuyển</a:t>
            </a:r>
            <a:r>
              <a:rPr lang="vi-VN" sz="1400" spc="-15" dirty="0">
                <a:effectLst/>
                <a:latin typeface="Times New Roman" panose="02020603050405020304" pitchFamily="18" charset="0"/>
                <a:ea typeface="Times New Roman" panose="02020603050405020304" pitchFamily="18" charset="0"/>
              </a:rPr>
              <a:t> </a:t>
            </a:r>
            <a:r>
              <a:rPr lang="vi-VN" sz="1400" spc="-10" dirty="0">
                <a:effectLst/>
                <a:latin typeface="Times New Roman" panose="02020603050405020304" pitchFamily="18" charset="0"/>
                <a:ea typeface="Times New Roman" panose="02020603050405020304" pitchFamily="18" charset="0"/>
              </a:rPr>
              <a:t>dụng:</a:t>
            </a:r>
            <a:endParaRPr lang="en-US" sz="1400" dirty="0">
              <a:effectLst/>
              <a:latin typeface="Times New Roman" panose="02020603050405020304" pitchFamily="18" charset="0"/>
              <a:ea typeface="Times New Roman" panose="02020603050405020304" pitchFamily="18" charset="0"/>
            </a:endParaRPr>
          </a:p>
          <a:p>
            <a:pPr>
              <a:spcBef>
                <a:spcPts val="645"/>
              </a:spcBef>
            </a:pPr>
            <a:r>
              <a:rPr lang="vi-VN" sz="1400" dirty="0">
                <a:effectLst/>
                <a:latin typeface="Times New Roman" panose="02020603050405020304" pitchFamily="18" charset="0"/>
                <a:ea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endParaRPr>
          </a:p>
          <a:p>
            <a:pPr marL="742950" marR="229235" lvl="1" indent="-285750">
              <a:lnSpc>
                <a:spcPct val="150000"/>
              </a:lnSpc>
              <a:spcBef>
                <a:spcPts val="0"/>
              </a:spcBef>
              <a:spcAft>
                <a:spcPts val="0"/>
              </a:spcAft>
              <a:buSzPts val="1300"/>
              <a:buFont typeface="Times New Roman" panose="02020603050405020304" pitchFamily="18" charset="0"/>
              <a:buAutoNum type="arabicPeriod"/>
              <a:tabLst>
                <a:tab pos="685800" algn="l"/>
              </a:tabLst>
            </a:pPr>
            <a:r>
              <a:rPr lang="vi-VN" sz="1400" b="1" spc="0" dirty="0">
                <a:effectLst/>
                <a:latin typeface="Times New Roman" panose="02020603050405020304" pitchFamily="18" charset="0"/>
                <a:ea typeface="Times New Roman" panose="02020603050405020304" pitchFamily="18" charset="0"/>
              </a:rPr>
              <a:t>Các</a:t>
            </a:r>
            <a:r>
              <a:rPr lang="vi-VN" sz="1400" b="1" spc="-20" dirty="0">
                <a:effectLst/>
                <a:latin typeface="Times New Roman" panose="02020603050405020304" pitchFamily="18" charset="0"/>
                <a:ea typeface="Times New Roman" panose="02020603050405020304" pitchFamily="18" charset="0"/>
              </a:rPr>
              <a:t> </a:t>
            </a:r>
            <a:r>
              <a:rPr lang="vi-VN" sz="1400" b="1" spc="0" dirty="0">
                <a:effectLst/>
                <a:latin typeface="Times New Roman" panose="02020603050405020304" pitchFamily="18" charset="0"/>
                <a:ea typeface="Times New Roman" panose="02020603050405020304" pitchFamily="18" charset="0"/>
              </a:rPr>
              <a:t>tính</a:t>
            </a:r>
            <a:r>
              <a:rPr lang="vi-VN" sz="1400" b="1" spc="-10" dirty="0">
                <a:effectLst/>
                <a:latin typeface="Times New Roman" panose="02020603050405020304" pitchFamily="18" charset="0"/>
                <a:ea typeface="Times New Roman" panose="02020603050405020304" pitchFamily="18" charset="0"/>
              </a:rPr>
              <a:t> </a:t>
            </a:r>
            <a:r>
              <a:rPr lang="vi-VN" sz="1400" b="1" spc="0" dirty="0">
                <a:effectLst/>
                <a:latin typeface="Times New Roman" panose="02020603050405020304" pitchFamily="18" charset="0"/>
                <a:ea typeface="Times New Roman" panose="02020603050405020304" pitchFamily="18" charset="0"/>
              </a:rPr>
              <a:t>năng</a:t>
            </a:r>
            <a:r>
              <a:rPr lang="vi-VN" sz="1400" b="1" spc="-10" dirty="0">
                <a:effectLst/>
                <a:latin typeface="Times New Roman" panose="02020603050405020304" pitchFamily="18" charset="0"/>
                <a:ea typeface="Times New Roman" panose="02020603050405020304" pitchFamily="18" charset="0"/>
              </a:rPr>
              <a:t> </a:t>
            </a:r>
            <a:r>
              <a:rPr lang="vi-VN" sz="1400" b="1" spc="0" dirty="0">
                <a:effectLst/>
                <a:latin typeface="Times New Roman" panose="02020603050405020304" pitchFamily="18" charset="0"/>
                <a:ea typeface="Times New Roman" panose="02020603050405020304" pitchFamily="18" charset="0"/>
              </a:rPr>
              <a:t>chính: </a:t>
            </a:r>
            <a:r>
              <a:rPr lang="vi-VN" sz="1400" spc="0" dirty="0">
                <a:effectLst/>
                <a:latin typeface="Times New Roman" panose="02020603050405020304" pitchFamily="18" charset="0"/>
                <a:ea typeface="Times New Roman" panose="02020603050405020304" pitchFamily="18" charset="0"/>
              </a:rPr>
              <a:t>Tạo</a:t>
            </a:r>
            <a:r>
              <a:rPr lang="vi-VN" sz="1400" spc="-2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vị</a:t>
            </a:r>
            <a:r>
              <a:rPr lang="vi-VN" sz="1400" spc="-2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trí</a:t>
            </a:r>
            <a:r>
              <a:rPr lang="vi-VN" sz="1400" spc="-1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tuyển</a:t>
            </a:r>
            <a:r>
              <a:rPr lang="vi-VN" sz="1400" spc="-1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dụng,</a:t>
            </a:r>
            <a:r>
              <a:rPr lang="vi-VN" sz="1400" spc="-2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lưu</a:t>
            </a:r>
            <a:r>
              <a:rPr lang="vi-VN" sz="1400" spc="-2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hồ</a:t>
            </a:r>
            <a:r>
              <a:rPr lang="vi-VN" sz="1400" spc="-2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sơ</a:t>
            </a:r>
            <a:r>
              <a:rPr lang="vi-VN" sz="1400" spc="-2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ứng</a:t>
            </a:r>
            <a:r>
              <a:rPr lang="vi-VN" sz="1400" spc="-5"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viên,</a:t>
            </a:r>
            <a:r>
              <a:rPr lang="vi-VN" sz="1400" spc="-2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bắt</a:t>
            </a:r>
            <a:r>
              <a:rPr lang="vi-VN" sz="1400" spc="-1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đầu</a:t>
            </a:r>
            <a:r>
              <a:rPr lang="vi-VN" sz="1400" spc="-2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phỏng vấn, lập lịch, lưu kết quả và cuối cùng là tuyển dụng ứng viên.</a:t>
            </a:r>
            <a:endParaRPr lang="en-US" sz="1200" spc="0" dirty="0">
              <a:effectLst/>
              <a:latin typeface="Times New Roman" panose="02020603050405020304" pitchFamily="18" charset="0"/>
              <a:ea typeface="Times New Roman" panose="02020603050405020304" pitchFamily="18" charset="0"/>
            </a:endParaRPr>
          </a:p>
          <a:p>
            <a:pPr marL="742950" marR="227330" lvl="1" indent="-285750">
              <a:lnSpc>
                <a:spcPct val="150000"/>
              </a:lnSpc>
              <a:spcBef>
                <a:spcPts val="5"/>
              </a:spcBef>
              <a:spcAft>
                <a:spcPts val="0"/>
              </a:spcAft>
              <a:buSzPts val="1300"/>
              <a:buFont typeface="Times New Roman" panose="02020603050405020304" pitchFamily="18" charset="0"/>
              <a:buAutoNum type="arabicPeriod"/>
              <a:tabLst>
                <a:tab pos="685800" algn="l"/>
              </a:tabLst>
            </a:pPr>
            <a:r>
              <a:rPr lang="vi-VN" sz="1400" b="1" spc="0" dirty="0">
                <a:effectLst/>
                <a:latin typeface="Times New Roman" panose="02020603050405020304" pitchFamily="18" charset="0"/>
                <a:ea typeface="Times New Roman" panose="02020603050405020304" pitchFamily="18" charset="0"/>
              </a:rPr>
              <a:t>Yêu cầu đăng nhập:</a:t>
            </a:r>
            <a:r>
              <a:rPr lang="vi-VN" sz="1400" b="1" spc="125"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Trang đầu tiên phải hiển thị</a:t>
            </a:r>
            <a:r>
              <a:rPr lang="vi-VN" sz="1400" spc="115" dirty="0">
                <a:effectLst/>
                <a:latin typeface="Times New Roman" panose="02020603050405020304" pitchFamily="18" charset="0"/>
                <a:ea typeface="Times New Roman" panose="02020603050405020304" pitchFamily="18" charset="0"/>
              </a:rPr>
              <a:t> </a:t>
            </a:r>
            <a:r>
              <a:rPr lang="vi-VN" sz="1400" b="1" spc="0" dirty="0">
                <a:effectLst/>
                <a:latin typeface="Times New Roman" panose="02020603050405020304" pitchFamily="18" charset="0"/>
                <a:ea typeface="Times New Roman" panose="02020603050405020304" pitchFamily="18" charset="0"/>
              </a:rPr>
              <a:t>Tên và số Nhân viên</a:t>
            </a:r>
            <a:r>
              <a:rPr lang="vi-VN" sz="1400" b="1" spc="115"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của</a:t>
            </a:r>
            <a:r>
              <a:rPr lang="vi-VN" sz="1400" spc="400" dirty="0">
                <a:effectLst/>
                <a:latin typeface="Times New Roman" panose="02020603050405020304" pitchFamily="18" charset="0"/>
                <a:ea typeface="Times New Roman" panose="02020603050405020304" pitchFamily="18" charset="0"/>
              </a:rPr>
              <a:t> </a:t>
            </a:r>
            <a:r>
              <a:rPr lang="vi-VN" sz="1400" spc="0" dirty="0">
                <a:effectLst/>
                <a:latin typeface="Times New Roman" panose="02020603050405020304" pitchFamily="18" charset="0"/>
                <a:ea typeface="Times New Roman" panose="02020603050405020304" pitchFamily="18" charset="0"/>
              </a:rPr>
              <a:t>người dùng sau khi đăng nhập.</a:t>
            </a:r>
            <a:endParaRPr lang="en-US" sz="1200" spc="0" dirty="0">
              <a:effectLst/>
              <a:latin typeface="Times New Roman" panose="02020603050405020304" pitchFamily="18" charset="0"/>
              <a:ea typeface="Times New Roman" panose="02020603050405020304" pitchFamily="18" charset="0"/>
            </a:endParaRPr>
          </a:p>
          <a:p>
            <a:pPr marL="228600" marR="0">
              <a:spcBef>
                <a:spcPts val="1395"/>
              </a:spcBef>
              <a:spcAft>
                <a:spcPts val="0"/>
              </a:spcAft>
            </a:pPr>
            <a:r>
              <a:rPr lang="vi-VN" sz="1400" dirty="0">
                <a:effectLst/>
                <a:latin typeface="Times New Roman" panose="02020603050405020304" pitchFamily="18" charset="0"/>
                <a:ea typeface="Times New Roman" panose="02020603050405020304" pitchFamily="18" charset="0"/>
              </a:rPr>
              <a:t>CÁC</a:t>
            </a:r>
            <a:r>
              <a:rPr lang="vi-VN" sz="1400" spc="-35"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CHỨC</a:t>
            </a:r>
            <a:r>
              <a:rPr lang="vi-VN" sz="1400" spc="-30"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NĂNG</a:t>
            </a:r>
            <a:r>
              <a:rPr lang="vi-VN" sz="1400" spc="-30"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CỦA</a:t>
            </a:r>
            <a:r>
              <a:rPr lang="vi-VN" sz="1400" spc="-30" dirty="0">
                <a:effectLst/>
                <a:latin typeface="Times New Roman" panose="02020603050405020304" pitchFamily="18" charset="0"/>
                <a:ea typeface="Times New Roman" panose="02020603050405020304" pitchFamily="18" charset="0"/>
              </a:rPr>
              <a:t> </a:t>
            </a:r>
            <a:r>
              <a:rPr lang="vi-VN" sz="1400" dirty="0">
                <a:effectLst/>
                <a:latin typeface="Times New Roman" panose="02020603050405020304" pitchFamily="18" charset="0"/>
                <a:ea typeface="Times New Roman" panose="02020603050405020304" pitchFamily="18" charset="0"/>
              </a:rPr>
              <a:t>HỆ</a:t>
            </a:r>
            <a:r>
              <a:rPr lang="vi-VN" sz="1400" spc="-35" dirty="0">
                <a:effectLst/>
                <a:latin typeface="Times New Roman" panose="02020603050405020304" pitchFamily="18" charset="0"/>
                <a:ea typeface="Times New Roman" panose="02020603050405020304" pitchFamily="18" charset="0"/>
              </a:rPr>
              <a:t> </a:t>
            </a:r>
            <a:r>
              <a:rPr lang="vi-VN" sz="1400" spc="-10" dirty="0">
                <a:effectLst/>
                <a:latin typeface="Times New Roman" panose="02020603050405020304" pitchFamily="18" charset="0"/>
                <a:ea typeface="Times New Roman" panose="02020603050405020304" pitchFamily="18" charset="0"/>
              </a:rPr>
              <a:t>THỐNG</a:t>
            </a:r>
            <a:endParaRPr lang="en-US" sz="1400" dirty="0">
              <a:effectLst/>
              <a:latin typeface="Times New Roman" panose="02020603050405020304" pitchFamily="18" charset="0"/>
              <a:ea typeface="Times New Roman" panose="02020603050405020304" pitchFamily="18" charset="0"/>
            </a:endParaRPr>
          </a:p>
          <a:p>
            <a:pPr>
              <a:spcBef>
                <a:spcPts val="655"/>
              </a:spcBef>
            </a:pPr>
            <a:r>
              <a:rPr lang="vi-VN" sz="1400" dirty="0">
                <a:effectLst/>
                <a:latin typeface="Times New Roman" panose="02020603050405020304" pitchFamily="18" charset="0"/>
                <a:ea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endParaRPr>
          </a:p>
          <a:p>
            <a:pPr marR="0" lvl="0">
              <a:spcBef>
                <a:spcPts val="0"/>
              </a:spcBef>
              <a:spcAft>
                <a:spcPts val="0"/>
              </a:spcAft>
              <a:buSzPts val="1300"/>
              <a:tabLst>
                <a:tab pos="456565" algn="l"/>
              </a:tabLst>
            </a:pPr>
            <a:r>
              <a:rPr lang="en-US" sz="1400" b="1" kern="0" spc="0" dirty="0">
                <a:effectLst/>
                <a:latin typeface="Times New Roman" panose="02020603050405020304" pitchFamily="18" charset="0"/>
                <a:ea typeface="Times New Roman" panose="02020603050405020304" pitchFamily="18" charset="0"/>
              </a:rPr>
              <a:t>3.</a:t>
            </a:r>
            <a:r>
              <a:rPr lang="vi-VN" sz="1400" b="1" kern="0" spc="0" dirty="0">
                <a:effectLst/>
                <a:latin typeface="Times New Roman" panose="02020603050405020304" pitchFamily="18" charset="0"/>
                <a:ea typeface="Times New Roman" panose="02020603050405020304" pitchFamily="18" charset="0"/>
              </a:rPr>
              <a:t>Người</a:t>
            </a:r>
            <a:r>
              <a:rPr lang="vi-VN" sz="1400" b="1" kern="0" spc="-35" dirty="0">
                <a:effectLst/>
                <a:latin typeface="Times New Roman" panose="02020603050405020304" pitchFamily="18" charset="0"/>
                <a:ea typeface="Times New Roman" panose="02020603050405020304" pitchFamily="18" charset="0"/>
              </a:rPr>
              <a:t> </a:t>
            </a:r>
            <a:r>
              <a:rPr lang="vi-VN" sz="1400" b="1" kern="0" spc="0" dirty="0">
                <a:effectLst/>
                <a:latin typeface="Times New Roman" panose="02020603050405020304" pitchFamily="18" charset="0"/>
                <a:ea typeface="Times New Roman" panose="02020603050405020304" pitchFamily="18" charset="0"/>
              </a:rPr>
              <a:t>quản</a:t>
            </a:r>
            <a:r>
              <a:rPr lang="vi-VN" sz="1400" b="1" kern="0" spc="-30" dirty="0">
                <a:effectLst/>
                <a:latin typeface="Times New Roman" panose="02020603050405020304" pitchFamily="18" charset="0"/>
                <a:ea typeface="Times New Roman" panose="02020603050405020304" pitchFamily="18" charset="0"/>
              </a:rPr>
              <a:t> </a:t>
            </a:r>
            <a:r>
              <a:rPr lang="vi-VN" sz="1400" b="1" kern="0" spc="0" dirty="0">
                <a:effectLst/>
                <a:latin typeface="Times New Roman" panose="02020603050405020304" pitchFamily="18" charset="0"/>
                <a:ea typeface="Times New Roman" panose="02020603050405020304" pitchFamily="18" charset="0"/>
              </a:rPr>
              <a:t>lý</a:t>
            </a:r>
            <a:r>
              <a:rPr lang="vi-VN" sz="1400" b="1" kern="0" spc="-35" dirty="0">
                <a:effectLst/>
                <a:latin typeface="Times New Roman" panose="02020603050405020304" pitchFamily="18" charset="0"/>
                <a:ea typeface="Times New Roman" panose="02020603050405020304" pitchFamily="18" charset="0"/>
              </a:rPr>
              <a:t> </a:t>
            </a:r>
            <a:r>
              <a:rPr lang="vi-VN" sz="1400" b="1" kern="0" spc="0" dirty="0">
                <a:effectLst/>
                <a:latin typeface="Times New Roman" panose="02020603050405020304" pitchFamily="18" charset="0"/>
                <a:ea typeface="Times New Roman" panose="02020603050405020304" pitchFamily="18" charset="0"/>
              </a:rPr>
              <a:t>bán</a:t>
            </a:r>
            <a:r>
              <a:rPr lang="vi-VN" sz="1400" b="1" kern="0" spc="-30" dirty="0">
                <a:effectLst/>
                <a:latin typeface="Times New Roman" panose="02020603050405020304" pitchFamily="18" charset="0"/>
                <a:ea typeface="Times New Roman" panose="02020603050405020304" pitchFamily="18" charset="0"/>
              </a:rPr>
              <a:t> </a:t>
            </a:r>
            <a:r>
              <a:rPr lang="vi-VN" sz="1400" b="1" kern="0" spc="0" dirty="0">
                <a:effectLst/>
                <a:latin typeface="Times New Roman" panose="02020603050405020304" pitchFamily="18" charset="0"/>
                <a:ea typeface="Times New Roman" panose="02020603050405020304" pitchFamily="18" charset="0"/>
              </a:rPr>
              <a:t>hàng</a:t>
            </a:r>
            <a:r>
              <a:rPr lang="vi-VN" sz="1400" b="1" kern="0" spc="-35" dirty="0">
                <a:effectLst/>
                <a:latin typeface="Times New Roman" panose="02020603050405020304" pitchFamily="18" charset="0"/>
                <a:ea typeface="Times New Roman" panose="02020603050405020304" pitchFamily="18" charset="0"/>
              </a:rPr>
              <a:t> </a:t>
            </a:r>
            <a:r>
              <a:rPr lang="vi-VN" sz="1400" b="1" kern="0" spc="0" dirty="0">
                <a:effectLst/>
                <a:latin typeface="Times New Roman" panose="02020603050405020304" pitchFamily="18" charset="0"/>
                <a:ea typeface="Times New Roman" panose="02020603050405020304" pitchFamily="18" charset="0"/>
              </a:rPr>
              <a:t>(Sales</a:t>
            </a:r>
            <a:r>
              <a:rPr lang="vi-VN" sz="1400" b="1" kern="0" spc="-20" dirty="0">
                <a:effectLst/>
                <a:latin typeface="Times New Roman" panose="02020603050405020304" pitchFamily="18" charset="0"/>
                <a:ea typeface="Times New Roman" panose="02020603050405020304" pitchFamily="18" charset="0"/>
              </a:rPr>
              <a:t> </a:t>
            </a:r>
            <a:r>
              <a:rPr lang="vi-VN" sz="1400" b="1" kern="0" spc="-10" dirty="0">
                <a:effectLst/>
                <a:latin typeface="Times New Roman" panose="02020603050405020304" pitchFamily="18" charset="0"/>
                <a:ea typeface="Times New Roman" panose="02020603050405020304" pitchFamily="18" charset="0"/>
              </a:rPr>
              <a:t>Manager)</a:t>
            </a:r>
            <a:r>
              <a:rPr lang="vi-VN" sz="1400" b="1" dirty="0">
                <a:effectLst/>
                <a:latin typeface="Times New Roman" panose="02020603050405020304" pitchFamily="18" charset="0"/>
                <a:ea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endParaRPr>
          </a:p>
          <a:p>
            <a:pPr marL="742950" marR="227965" lvl="1" indent="-285750">
              <a:lnSpc>
                <a:spcPct val="146000"/>
              </a:lnSpc>
              <a:spcBef>
                <a:spcPts val="735"/>
              </a:spcBef>
              <a:spcAft>
                <a:spcPts val="0"/>
              </a:spcAft>
              <a:buSzPts val="1300"/>
              <a:buFont typeface="Symbol" panose="05050102010706020507" pitchFamily="18" charset="2"/>
              <a:buChar char=""/>
              <a:tabLst>
                <a:tab pos="685800" algn="l"/>
              </a:tabLst>
            </a:pPr>
            <a:r>
              <a:rPr lang="vi-VN" sz="1400" b="1" spc="0" dirty="0">
                <a:effectLst/>
                <a:latin typeface="Times New Roman" panose="02020603050405020304" pitchFamily="18" charset="0"/>
                <a:ea typeface="Symbol" panose="05050102010706020507" pitchFamily="18" charset="2"/>
                <a:cs typeface="Symbol" panose="05050102010706020507" pitchFamily="18" charset="2"/>
              </a:rPr>
              <a:t>Kiểm</a:t>
            </a:r>
            <a:r>
              <a:rPr lang="vi-VN" sz="1400" b="1"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tra</a:t>
            </a:r>
            <a:r>
              <a:rPr lang="vi-VN" sz="1400" b="1"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hóa</a:t>
            </a:r>
            <a:r>
              <a:rPr lang="vi-VN" sz="1400" b="1"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đơn:</a:t>
            </a:r>
            <a:r>
              <a:rPr lang="vi-VN" sz="1400" b="1" spc="-1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Xem</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số</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lượng</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hóa</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đơn</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và</a:t>
            </a:r>
            <a:r>
              <a:rPr lang="vi-VN" sz="1400" spc="-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tổng</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số</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tiền</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giao</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dịch</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trong</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ngày (tính đến thời điểm hiện tại).</a:t>
            </a:r>
            <a:endParaRPr lang="en-US" sz="1200" spc="0" dirty="0">
              <a:effectLst/>
              <a:latin typeface="Times New Roman" panose="02020603050405020304" pitchFamily="18" charset="0"/>
              <a:ea typeface="Symbol" panose="05050102010706020507" pitchFamily="18" charset="2"/>
              <a:cs typeface="Symbol" panose="05050102010706020507" pitchFamily="18" charset="2"/>
            </a:endParaRPr>
          </a:p>
          <a:p>
            <a:pPr marL="742950" marR="226695" lvl="1" indent="-285750">
              <a:lnSpc>
                <a:spcPct val="146000"/>
              </a:lnSpc>
              <a:spcBef>
                <a:spcPts val="45"/>
              </a:spcBef>
              <a:spcAft>
                <a:spcPts val="0"/>
              </a:spcAft>
              <a:buSzPts val="1300"/>
              <a:buFont typeface="Symbol" panose="05050102010706020507" pitchFamily="18" charset="2"/>
              <a:buChar char=""/>
              <a:tabLst>
                <a:tab pos="685800" algn="l"/>
              </a:tabLst>
            </a:pPr>
            <a:r>
              <a:rPr lang="vi-VN" sz="1400" b="1" spc="0" dirty="0">
                <a:effectLst/>
                <a:latin typeface="Times New Roman" panose="02020603050405020304" pitchFamily="18" charset="0"/>
                <a:ea typeface="Symbol" panose="05050102010706020507" pitchFamily="18" charset="2"/>
                <a:cs typeface="Symbol" panose="05050102010706020507" pitchFamily="18" charset="2"/>
              </a:rPr>
              <a:t>Quản</a:t>
            </a:r>
            <a:r>
              <a:rPr lang="vi-VN" sz="1400" b="1"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lý</a:t>
            </a:r>
            <a:r>
              <a:rPr lang="vi-VN" sz="1400" b="1"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lỗi:</a:t>
            </a:r>
            <a:r>
              <a:rPr lang="vi-VN" sz="1400" b="1" spc="-1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Kiểm</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tra</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số</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hóa</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đơn</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bị</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hủy</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do</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nhân</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viên</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nhập</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sai</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và</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các</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mặt</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hàng bị trả lại.</a:t>
            </a:r>
            <a:endParaRPr lang="en-US" sz="1200" spc="0" dirty="0">
              <a:effectLst/>
              <a:latin typeface="Times New Roman" panose="02020603050405020304" pitchFamily="18" charset="0"/>
              <a:ea typeface="Symbol" panose="05050102010706020507" pitchFamily="18" charset="2"/>
              <a:cs typeface="Symbol" panose="05050102010706020507" pitchFamily="18" charset="2"/>
            </a:endParaRPr>
          </a:p>
          <a:p>
            <a:pPr marL="742950" marR="226695" lvl="1" indent="-285750">
              <a:lnSpc>
                <a:spcPct val="146000"/>
              </a:lnSpc>
              <a:spcBef>
                <a:spcPts val="40"/>
              </a:spcBef>
              <a:spcAft>
                <a:spcPts val="0"/>
              </a:spcAft>
              <a:buSzPts val="1300"/>
              <a:buFont typeface="Symbol" panose="05050102010706020507" pitchFamily="18" charset="2"/>
              <a:buChar char=""/>
              <a:tabLst>
                <a:tab pos="685800" algn="l"/>
              </a:tabLst>
            </a:pPr>
            <a:r>
              <a:rPr lang="vi-VN" sz="1400" b="1" spc="0" dirty="0">
                <a:effectLst/>
                <a:latin typeface="Times New Roman" panose="02020603050405020304" pitchFamily="18" charset="0"/>
                <a:ea typeface="Symbol" panose="05050102010706020507" pitchFamily="18" charset="2"/>
                <a:cs typeface="Symbol" panose="05050102010706020507" pitchFamily="18" charset="2"/>
              </a:rPr>
              <a:t>Quản lý báo cáo: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Kiểm tra báo cáo từ nhân viên bán hàng và quản lý kho; sửa lỗi bằng cách liên hệ với họ.</a:t>
            </a:r>
            <a:endParaRPr lang="en-US" sz="1200" spc="0" dirty="0">
              <a:effectLst/>
              <a:latin typeface="Times New Roman" panose="02020603050405020304" pitchFamily="18" charset="0"/>
              <a:ea typeface="Symbol" panose="05050102010706020507" pitchFamily="18" charset="2"/>
              <a:cs typeface="Symbol" panose="05050102010706020507" pitchFamily="18" charset="2"/>
            </a:endParaRPr>
          </a:p>
          <a:p>
            <a:pPr marL="742950" marR="0" lvl="1" indent="-285750">
              <a:spcBef>
                <a:spcPts val="30"/>
              </a:spcBef>
              <a:spcAft>
                <a:spcPts val="0"/>
              </a:spcAft>
              <a:buSzPts val="1300"/>
              <a:buFont typeface="Symbol" panose="05050102010706020507" pitchFamily="18" charset="2"/>
              <a:buChar char=""/>
              <a:tabLst>
                <a:tab pos="685800" algn="l"/>
              </a:tabLst>
            </a:pPr>
            <a:r>
              <a:rPr lang="vi-VN" sz="1400" b="1" spc="0" dirty="0">
                <a:effectLst/>
                <a:latin typeface="Times New Roman" panose="02020603050405020304" pitchFamily="18" charset="0"/>
                <a:ea typeface="Symbol" panose="05050102010706020507" pitchFamily="18" charset="2"/>
                <a:cs typeface="Symbol" panose="05050102010706020507" pitchFamily="18" charset="2"/>
              </a:rPr>
              <a:t>Biểu</a:t>
            </a:r>
            <a:r>
              <a:rPr lang="vi-VN" sz="14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đồ</a:t>
            </a:r>
            <a:r>
              <a:rPr lang="vi-VN" sz="14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xu</a:t>
            </a:r>
            <a:r>
              <a:rPr lang="vi-VN" sz="14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hướng:</a:t>
            </a:r>
            <a:r>
              <a:rPr lang="vi-VN" sz="1400" b="1" spc="-1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Tạo</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biểu</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đồ</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xu</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hướng</a:t>
            </a:r>
            <a:r>
              <a:rPr lang="vi-VN" sz="1400" spc="-1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bán</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hàng</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cho</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từng</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mặt</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hàng.</a:t>
            </a:r>
            <a:endParaRPr lang="en-US" sz="1200" spc="0" dirty="0">
              <a:effectLst/>
              <a:latin typeface="Times New Roman" panose="02020603050405020304" pitchFamily="18" charset="0"/>
              <a:ea typeface="Symbol" panose="05050102010706020507" pitchFamily="18" charset="2"/>
              <a:cs typeface="Symbol" panose="05050102010706020507" pitchFamily="18" charset="2"/>
            </a:endParaRPr>
          </a:p>
          <a:p>
            <a:pPr>
              <a:spcBef>
                <a:spcPts val="655"/>
              </a:spcBef>
            </a:pPr>
            <a:r>
              <a:rPr lang="vi-VN" sz="1400" dirty="0">
                <a:effectLst/>
                <a:latin typeface="Times New Roman" panose="02020603050405020304" pitchFamily="18" charset="0"/>
                <a:ea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endParaRPr>
          </a:p>
          <a:p>
            <a:pPr marR="0" lvl="0">
              <a:spcBef>
                <a:spcPts val="0"/>
              </a:spcBef>
              <a:spcAft>
                <a:spcPts val="0"/>
              </a:spcAft>
              <a:buSzPts val="1300"/>
              <a:tabLst>
                <a:tab pos="456565" algn="l"/>
              </a:tabLst>
            </a:pPr>
            <a:r>
              <a:rPr lang="en-US" sz="1400" b="1" kern="0" spc="0" dirty="0">
                <a:effectLst/>
                <a:latin typeface="Times New Roman" panose="02020603050405020304" pitchFamily="18" charset="0"/>
                <a:ea typeface="Times New Roman" panose="02020603050405020304" pitchFamily="18" charset="0"/>
              </a:rPr>
              <a:t>4.</a:t>
            </a:r>
            <a:r>
              <a:rPr lang="vi-VN" sz="1400" b="1" kern="0" spc="0" dirty="0">
                <a:effectLst/>
                <a:latin typeface="Times New Roman" panose="02020603050405020304" pitchFamily="18" charset="0"/>
                <a:ea typeface="Times New Roman" panose="02020603050405020304" pitchFamily="18" charset="0"/>
              </a:rPr>
              <a:t>Quản</a:t>
            </a:r>
            <a:r>
              <a:rPr lang="vi-VN" sz="1400" b="1" kern="0" spc="-45" dirty="0">
                <a:effectLst/>
                <a:latin typeface="Times New Roman" panose="02020603050405020304" pitchFamily="18" charset="0"/>
                <a:ea typeface="Times New Roman" panose="02020603050405020304" pitchFamily="18" charset="0"/>
              </a:rPr>
              <a:t> </a:t>
            </a:r>
            <a:r>
              <a:rPr lang="vi-VN" sz="1400" b="1" kern="0" spc="0" dirty="0">
                <a:effectLst/>
                <a:latin typeface="Times New Roman" panose="02020603050405020304" pitchFamily="18" charset="0"/>
                <a:ea typeface="Times New Roman" panose="02020603050405020304" pitchFamily="18" charset="0"/>
              </a:rPr>
              <a:t>trị</a:t>
            </a:r>
            <a:r>
              <a:rPr lang="vi-VN" sz="1400" b="1" kern="0" spc="-25" dirty="0">
                <a:effectLst/>
                <a:latin typeface="Times New Roman" panose="02020603050405020304" pitchFamily="18" charset="0"/>
                <a:ea typeface="Times New Roman" panose="02020603050405020304" pitchFamily="18" charset="0"/>
              </a:rPr>
              <a:t> </a:t>
            </a:r>
            <a:r>
              <a:rPr lang="vi-VN" sz="1400" b="1" kern="0" spc="0" dirty="0">
                <a:effectLst/>
                <a:latin typeface="Times New Roman" panose="02020603050405020304" pitchFamily="18" charset="0"/>
                <a:ea typeface="Times New Roman" panose="02020603050405020304" pitchFamily="18" charset="0"/>
              </a:rPr>
              <a:t>viên</a:t>
            </a:r>
            <a:r>
              <a:rPr lang="vi-VN" sz="1400" b="1" kern="0" spc="-40" dirty="0">
                <a:effectLst/>
                <a:latin typeface="Times New Roman" panose="02020603050405020304" pitchFamily="18" charset="0"/>
                <a:ea typeface="Times New Roman" panose="02020603050405020304" pitchFamily="18" charset="0"/>
              </a:rPr>
              <a:t> </a:t>
            </a:r>
            <a:r>
              <a:rPr lang="vi-VN" sz="1400" b="1" kern="0" spc="-10" dirty="0">
                <a:effectLst/>
                <a:latin typeface="Times New Roman" panose="02020603050405020304" pitchFamily="18" charset="0"/>
                <a:ea typeface="Times New Roman" panose="02020603050405020304" pitchFamily="18" charset="0"/>
              </a:rPr>
              <a:t>(Admin)</a:t>
            </a:r>
            <a:r>
              <a:rPr lang="vi-VN" sz="1400" b="1" dirty="0">
                <a:effectLst/>
                <a:latin typeface="Times New Roman" panose="02020603050405020304" pitchFamily="18" charset="0"/>
                <a:ea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endParaRPr>
          </a:p>
          <a:p>
            <a:pPr marL="742950" marR="0" lvl="1" indent="-285750">
              <a:spcBef>
                <a:spcPts val="740"/>
              </a:spcBef>
              <a:spcAft>
                <a:spcPts val="0"/>
              </a:spcAft>
              <a:buSzPts val="1300"/>
              <a:buFont typeface="Symbol" panose="05050102010706020507" pitchFamily="18" charset="2"/>
              <a:buChar char=""/>
              <a:tabLst>
                <a:tab pos="685800" algn="l"/>
              </a:tabLst>
            </a:pPr>
            <a:r>
              <a:rPr lang="vi-VN" sz="1400" b="1" spc="0" dirty="0">
                <a:effectLst/>
                <a:latin typeface="Times New Roman" panose="02020603050405020304" pitchFamily="18" charset="0"/>
                <a:ea typeface="Symbol" panose="05050102010706020507" pitchFamily="18" charset="2"/>
                <a:cs typeface="Symbol" panose="05050102010706020507" pitchFamily="18" charset="2"/>
              </a:rPr>
              <a:t>Quản</a:t>
            </a:r>
            <a:r>
              <a:rPr lang="vi-VN" sz="1400" b="1" spc="-3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lý</a:t>
            </a:r>
            <a:r>
              <a:rPr lang="vi-VN" sz="1400" b="1" spc="-1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người</a:t>
            </a:r>
            <a:r>
              <a:rPr lang="vi-VN" sz="1400" b="1" spc="-3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dùng:</a:t>
            </a:r>
            <a:r>
              <a:rPr lang="vi-VN" sz="1400" b="1" spc="-1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Thêm</a:t>
            </a:r>
            <a:r>
              <a:rPr lang="vi-VN" sz="1400" spc="-3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người</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dùng</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mới</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vào</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hệ</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thống.</a:t>
            </a:r>
            <a:endParaRPr lang="en-US" sz="1200" spc="0" dirty="0">
              <a:effectLst/>
              <a:latin typeface="Times New Roman" panose="02020603050405020304" pitchFamily="18" charset="0"/>
              <a:ea typeface="Symbol" panose="05050102010706020507" pitchFamily="18" charset="2"/>
              <a:cs typeface="Symbol" panose="05050102010706020507" pitchFamily="18" charset="2"/>
            </a:endParaRPr>
          </a:p>
          <a:p>
            <a:pPr marL="742950" marR="0" lvl="1" indent="-285750">
              <a:spcBef>
                <a:spcPts val="745"/>
              </a:spcBef>
              <a:spcAft>
                <a:spcPts val="0"/>
              </a:spcAft>
              <a:buSzPts val="1300"/>
              <a:buFont typeface="Symbol" panose="05050102010706020507" pitchFamily="18" charset="2"/>
              <a:buChar char=""/>
              <a:tabLst>
                <a:tab pos="685800" algn="l"/>
              </a:tabLst>
            </a:pPr>
            <a:r>
              <a:rPr lang="vi-VN" sz="1400" b="1" spc="0" dirty="0">
                <a:effectLst/>
                <a:latin typeface="Times New Roman" panose="02020603050405020304" pitchFamily="18" charset="0"/>
                <a:ea typeface="Symbol" panose="05050102010706020507" pitchFamily="18" charset="2"/>
                <a:cs typeface="Symbol" panose="05050102010706020507" pitchFamily="18" charset="2"/>
              </a:rPr>
              <a:t>Quản</a:t>
            </a:r>
            <a:r>
              <a:rPr lang="vi-VN" sz="1400" b="1"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lý</a:t>
            </a:r>
            <a:r>
              <a:rPr lang="vi-VN" sz="1400" b="1" spc="-1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danh</a:t>
            </a:r>
            <a:r>
              <a:rPr lang="vi-VN" sz="1400" b="1"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mục:</a:t>
            </a:r>
            <a:r>
              <a:rPr lang="vi-VN" sz="1400" b="1" spc="-1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Thêm</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mặt</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hàng</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hoặc</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danh</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mục</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mới</a:t>
            </a:r>
            <a:r>
              <a:rPr lang="vi-VN" sz="1400" spc="-3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vào</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kho.</a:t>
            </a:r>
            <a:endParaRPr lang="en-US" sz="1200" spc="0" dirty="0">
              <a:effectLst/>
              <a:latin typeface="Times New Roman" panose="02020603050405020304" pitchFamily="18" charset="0"/>
              <a:ea typeface="Symbol" panose="05050102010706020507" pitchFamily="18" charset="2"/>
              <a:cs typeface="Symbol" panose="05050102010706020507" pitchFamily="18" charset="2"/>
            </a:endParaRPr>
          </a:p>
          <a:p>
            <a:pPr marL="742950" marR="0" lvl="1" indent="-285750">
              <a:spcBef>
                <a:spcPts val="735"/>
              </a:spcBef>
              <a:spcAft>
                <a:spcPts val="0"/>
              </a:spcAft>
              <a:buSzPts val="1300"/>
              <a:buFont typeface="Symbol" panose="05050102010706020507" pitchFamily="18" charset="2"/>
              <a:buChar char=""/>
              <a:tabLst>
                <a:tab pos="685800" algn="l"/>
              </a:tabLst>
            </a:pPr>
            <a:r>
              <a:rPr lang="vi-VN" sz="1400" b="1" spc="0" dirty="0">
                <a:effectLst/>
                <a:latin typeface="Times New Roman" panose="02020603050405020304" pitchFamily="18" charset="0"/>
                <a:ea typeface="Symbol" panose="05050102010706020507" pitchFamily="18" charset="2"/>
                <a:cs typeface="Symbol" panose="05050102010706020507" pitchFamily="18" charset="2"/>
              </a:rPr>
              <a:t>Cập</a:t>
            </a:r>
            <a:r>
              <a:rPr lang="vi-VN" sz="14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nhật</a:t>
            </a:r>
            <a:r>
              <a:rPr lang="vi-VN" sz="14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thông</a:t>
            </a:r>
            <a:r>
              <a:rPr lang="vi-VN" sz="1400" b="1"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b="1" spc="0" dirty="0">
                <a:effectLst/>
                <a:latin typeface="Times New Roman" panose="02020603050405020304" pitchFamily="18" charset="0"/>
                <a:ea typeface="Symbol" panose="05050102010706020507" pitchFamily="18" charset="2"/>
                <a:cs typeface="Symbol" panose="05050102010706020507" pitchFamily="18" charset="2"/>
              </a:rPr>
              <a:t>tin:</a:t>
            </a:r>
            <a:r>
              <a:rPr lang="vi-VN" sz="1400" b="1" spc="-1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Thay</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đổi</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giá</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và</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thông</a:t>
            </a:r>
            <a:r>
              <a:rPr lang="vi-VN" sz="1400" spc="-20"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tin</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của</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0" dirty="0">
                <a:effectLst/>
                <a:latin typeface="Times New Roman" panose="02020603050405020304" pitchFamily="18" charset="0"/>
                <a:ea typeface="Symbol" panose="05050102010706020507" pitchFamily="18" charset="2"/>
                <a:cs typeface="Symbol" panose="05050102010706020507" pitchFamily="18" charset="2"/>
              </a:rPr>
              <a:t>mặt</a:t>
            </a:r>
            <a:r>
              <a:rPr lang="vi-VN" sz="1400" spc="-25" dirty="0">
                <a:effectLst/>
                <a:latin typeface="Times New Roman" panose="02020603050405020304" pitchFamily="18" charset="0"/>
                <a:ea typeface="Symbol" panose="05050102010706020507" pitchFamily="18" charset="2"/>
                <a:cs typeface="Symbol" panose="05050102010706020507" pitchFamily="18" charset="2"/>
              </a:rPr>
              <a:t> </a:t>
            </a:r>
            <a:r>
              <a:rPr lang="vi-VN" sz="1400" spc="-10" dirty="0">
                <a:effectLst/>
                <a:latin typeface="Times New Roman" panose="02020603050405020304" pitchFamily="18" charset="0"/>
                <a:ea typeface="Symbol" panose="05050102010706020507" pitchFamily="18" charset="2"/>
                <a:cs typeface="Symbol" panose="05050102010706020507" pitchFamily="18" charset="2"/>
              </a:rPr>
              <a:t>hàng.</a:t>
            </a:r>
            <a:endParaRPr lang="en-US" sz="1200" spc="0" dirty="0">
              <a:effectLst/>
              <a:latin typeface="Times New Roman" panose="02020603050405020304" pitchFamily="18" charset="0"/>
              <a:ea typeface="Symbol" panose="05050102010706020507" pitchFamily="18" charset="2"/>
              <a:cs typeface="Symbol" panose="05050102010706020507" pitchFamily="18" charset="2"/>
            </a:endParaRPr>
          </a:p>
          <a:p>
            <a:br>
              <a:rPr lang="vi-VN" sz="1400" dirty="0">
                <a:effectLst/>
                <a:latin typeface="Times New Roman" panose="02020603050405020304" pitchFamily="18" charset="0"/>
                <a:ea typeface="Times New Roman" panose="02020603050405020304" pitchFamily="18" charset="0"/>
              </a:rPr>
            </a:br>
            <a:r>
              <a:rPr lang="vi-VN" sz="1400" dirty="0">
                <a:effectLst/>
                <a:latin typeface="Times New Roman" panose="02020603050405020304" pitchFamily="18"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p:txBody>
      </p:sp>
      <p:sp>
        <p:nvSpPr>
          <p:cNvPr id="5" name="Rectangle 4">
            <a:extLst>
              <a:ext uri="{FF2B5EF4-FFF2-40B4-BE49-F238E27FC236}">
                <a16:creationId xmlns:a16="http://schemas.microsoft.com/office/drawing/2014/main" id="{69D567B4-55BF-455D-B8CE-9FC6954432C0}"/>
              </a:ext>
            </a:extLst>
          </p:cNvPr>
          <p:cNvSpPr/>
          <p:nvPr/>
        </p:nvSpPr>
        <p:spPr>
          <a:xfrm>
            <a:off x="2071371" y="438294"/>
            <a:ext cx="5467202" cy="523220"/>
          </a:xfrm>
          <a:prstGeom prst="rect">
            <a:avLst/>
          </a:prstGeom>
        </p:spPr>
        <p:txBody>
          <a:bodyPr wrap="none">
            <a:spAutoFit/>
          </a:bodyPr>
          <a:lstStyle/>
          <a:p>
            <a:pPr marL="228600" marR="0" indent="0">
              <a:spcBef>
                <a:spcPts val="310"/>
              </a:spcBef>
              <a:spcAft>
                <a:spcPts val="0"/>
              </a:spcAft>
            </a:pPr>
            <a:r>
              <a:rPr lang="vi-VN" sz="2800" b="1" kern="0" dirty="0">
                <a:effectLst/>
                <a:latin typeface="Times New Roman" panose="02020603050405020304" pitchFamily="18" charset="0"/>
                <a:ea typeface="Times New Roman" panose="02020603050405020304" pitchFamily="18" charset="0"/>
              </a:rPr>
              <a:t>Câu</a:t>
            </a:r>
            <a:r>
              <a:rPr lang="vi-VN" sz="2800" b="1" kern="0" spc="-25" dirty="0">
                <a:effectLst/>
                <a:latin typeface="Times New Roman" panose="02020603050405020304" pitchFamily="18" charset="0"/>
                <a:ea typeface="Times New Roman" panose="02020603050405020304" pitchFamily="18" charset="0"/>
              </a:rPr>
              <a:t> </a:t>
            </a:r>
            <a:r>
              <a:rPr lang="vi-VN" sz="2800" b="1" kern="0" dirty="0">
                <a:effectLst/>
                <a:latin typeface="Times New Roman" panose="02020603050405020304" pitchFamily="18" charset="0"/>
                <a:ea typeface="Times New Roman" panose="02020603050405020304" pitchFamily="18" charset="0"/>
              </a:rPr>
              <a:t>4</a:t>
            </a:r>
            <a:r>
              <a:rPr lang="vi-VN" sz="2800" b="1" kern="0" spc="-25" dirty="0">
                <a:effectLst/>
                <a:latin typeface="Times New Roman" panose="02020603050405020304" pitchFamily="18" charset="0"/>
                <a:ea typeface="Times New Roman" panose="02020603050405020304" pitchFamily="18" charset="0"/>
              </a:rPr>
              <a:t> </a:t>
            </a:r>
            <a:r>
              <a:rPr lang="vi-VN" sz="2800" b="1" kern="0" dirty="0">
                <a:effectLst/>
                <a:latin typeface="Times New Roman" panose="02020603050405020304" pitchFamily="18" charset="0"/>
                <a:ea typeface="Times New Roman" panose="02020603050405020304" pitchFamily="18" charset="0"/>
              </a:rPr>
              <a:t>(3.0</a:t>
            </a:r>
            <a:r>
              <a:rPr lang="vi-VN" sz="2800" b="1" kern="0" spc="-20" dirty="0">
                <a:effectLst/>
                <a:latin typeface="Times New Roman" panose="02020603050405020304" pitchFamily="18" charset="0"/>
                <a:ea typeface="Times New Roman" panose="02020603050405020304" pitchFamily="18" charset="0"/>
              </a:rPr>
              <a:t> </a:t>
            </a:r>
            <a:r>
              <a:rPr lang="vi-VN" sz="2800" b="1" kern="0" dirty="0">
                <a:effectLst/>
                <a:latin typeface="Times New Roman" panose="02020603050405020304" pitchFamily="18" charset="0"/>
                <a:ea typeface="Times New Roman" panose="02020603050405020304" pitchFamily="18" charset="0"/>
              </a:rPr>
              <a:t>điểm):</a:t>
            </a:r>
            <a:r>
              <a:rPr lang="vi-VN" sz="2800" b="1" kern="0" spc="-25" dirty="0">
                <a:effectLst/>
                <a:latin typeface="Times New Roman" panose="02020603050405020304" pitchFamily="18" charset="0"/>
                <a:ea typeface="Times New Roman" panose="02020603050405020304" pitchFamily="18" charset="0"/>
              </a:rPr>
              <a:t> </a:t>
            </a:r>
            <a:r>
              <a:rPr lang="vi-VN" sz="2800" b="1" kern="0" dirty="0">
                <a:effectLst/>
                <a:latin typeface="Times New Roman" panose="02020603050405020304" pitchFamily="18" charset="0"/>
                <a:ea typeface="Times New Roman" panose="02020603050405020304" pitchFamily="18" charset="0"/>
              </a:rPr>
              <a:t>UML</a:t>
            </a:r>
            <a:r>
              <a:rPr lang="vi-VN" sz="2800" b="1" kern="0" spc="-25" dirty="0">
                <a:effectLst/>
                <a:latin typeface="Times New Roman" panose="02020603050405020304" pitchFamily="18" charset="0"/>
                <a:ea typeface="Times New Roman" panose="02020603050405020304" pitchFamily="18" charset="0"/>
              </a:rPr>
              <a:t> </a:t>
            </a:r>
            <a:r>
              <a:rPr lang="vi-VN" sz="2800" b="1" kern="0" dirty="0">
                <a:effectLst/>
                <a:latin typeface="Times New Roman" panose="02020603050405020304" pitchFamily="18" charset="0"/>
                <a:ea typeface="Times New Roman" panose="02020603050405020304" pitchFamily="18" charset="0"/>
              </a:rPr>
              <a:t>và</a:t>
            </a:r>
            <a:r>
              <a:rPr lang="vi-VN" sz="2800" b="1" kern="0" spc="-20" dirty="0">
                <a:effectLst/>
                <a:latin typeface="Times New Roman" panose="02020603050405020304" pitchFamily="18" charset="0"/>
                <a:ea typeface="Times New Roman" panose="02020603050405020304" pitchFamily="18" charset="0"/>
              </a:rPr>
              <a:t> CSDL</a:t>
            </a:r>
            <a:endParaRPr lang="en-US" sz="2800" b="1" kern="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895303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1734</Words>
  <Application>Microsoft Office PowerPoint</Application>
  <PresentationFormat>Widescreen</PresentationFormat>
  <Paragraphs>109</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Calibri</vt:lpstr>
      <vt:lpstr>Calibri Light</vt:lpstr>
      <vt:lpstr>Courier New</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Dat Tran</dc:creator>
  <cp:lastModifiedBy>Dat Tran</cp:lastModifiedBy>
  <cp:revision>5</cp:revision>
  <dcterms:created xsi:type="dcterms:W3CDTF">2026-03-24T04:12:00Z</dcterms:created>
  <dcterms:modified xsi:type="dcterms:W3CDTF">2026-03-24T04:30:45Z</dcterms:modified>
</cp:coreProperties>
</file>